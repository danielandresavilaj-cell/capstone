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cdaf6d61f24919" /><Relationship Type="http://schemas.openxmlformats.org/officeDocument/2006/relationships/extended-properties" Target="/docProps/app.xml" Id="R3da78eb8dfa84d5b" /><Relationship Type="http://schemas.openxmlformats.org/officeDocument/2006/relationships/officeDocument" Target="/ppt/presentation.xml" Id="Rd8ccd23945f34346" /></Relationships>
</file>

<file path=ppt/presentation.xml><?xml version="1.0" encoding="utf-8"?>
<p:presentation xmlns:p="http://schemas.openxmlformats.org/presentationml/2006/main">
  <p:sldMasterIdLst>
    <p:sldMasterId xmlns:r="http://schemas.openxmlformats.org/officeDocument/2006/relationships" id="2147483648" r:id="R8945108c811f4108"/>
  </p:sldMasterIdLst>
  <p:notesMasterIdLst>
    <p:notesMasterId xmlns:r="http://schemas.openxmlformats.org/officeDocument/2006/relationships" r:id="Rc2143ef3b72e442c"/>
  </p:notesMasterIdLst>
  <p:sldIdLst>
    <p:sldId xmlns:r="http://schemas.openxmlformats.org/officeDocument/2006/relationships" id="256" r:id="Rf20c07f3f44b470d"/>
    <p:sldId xmlns:r="http://schemas.openxmlformats.org/officeDocument/2006/relationships" id="257" r:id="R29b96f1b10c54a09"/>
    <p:sldId xmlns:r="http://schemas.openxmlformats.org/officeDocument/2006/relationships" id="258" r:id="Raa504139479c4f06"/>
    <p:sldId xmlns:r="http://schemas.openxmlformats.org/officeDocument/2006/relationships" id="259" r:id="R760999a654ee4c9b"/>
    <p:sldId xmlns:r="http://schemas.openxmlformats.org/officeDocument/2006/relationships" id="260" r:id="R27c41d5abf344ed5"/>
    <p:sldId xmlns:r="http://schemas.openxmlformats.org/officeDocument/2006/relationships" id="261" r:id="R10c1d8e978d44422"/>
    <p:sldId xmlns:r="http://schemas.openxmlformats.org/officeDocument/2006/relationships" id="262" r:id="R8a76cb250a274189"/>
    <p:sldId xmlns:r="http://schemas.openxmlformats.org/officeDocument/2006/relationships" id="263" r:id="R6925fa71df904e6a"/>
    <p:sldId xmlns:r="http://schemas.openxmlformats.org/officeDocument/2006/relationships" id="264" r:id="Rcd4ed1c240124de7"/>
    <p:sldId xmlns:r="http://schemas.openxmlformats.org/officeDocument/2006/relationships" id="265" r:id="Rf79d3167086848e6"/>
    <p:sldId xmlns:r="http://schemas.openxmlformats.org/officeDocument/2006/relationships" id="266" r:id="Ra5dbc913c74a41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4a3113d85f4620" /><Relationship Type="http://schemas.openxmlformats.org/officeDocument/2006/relationships/slideMaster" Target="/ppt/slideMasters/slideMaster1.xml" Id="R8945108c811f4108" /><Relationship Type="http://schemas.openxmlformats.org/officeDocument/2006/relationships/notesMaster" Target="/ppt/notesMasters/notesMaster1.xml" Id="Rc2143ef3b72e442c" /><Relationship Type="http://schemas.openxmlformats.org/officeDocument/2006/relationships/presProps" Target="/ppt/presProps.xml" Id="R758ab9d07ec74601" /><Relationship Type="http://schemas.openxmlformats.org/officeDocument/2006/relationships/tableStyles" Target="/ppt/tableStyles.xml" Id="R75af8c99ca164dec" /><Relationship Type="http://schemas.openxmlformats.org/officeDocument/2006/relationships/slide" Target="/ppt/slides/slide1.xml" Id="Rf20c07f3f44b470d" /><Relationship Type="http://schemas.openxmlformats.org/officeDocument/2006/relationships/slide" Target="/ppt/slides/slide2.xml" Id="R29b96f1b10c54a09" /><Relationship Type="http://schemas.openxmlformats.org/officeDocument/2006/relationships/slide" Target="/ppt/slides/slide3.xml" Id="Raa504139479c4f06" /><Relationship Type="http://schemas.openxmlformats.org/officeDocument/2006/relationships/slide" Target="/ppt/slides/slide4.xml" Id="R760999a654ee4c9b" /><Relationship Type="http://schemas.openxmlformats.org/officeDocument/2006/relationships/slide" Target="/ppt/slides/slide5.xml" Id="R27c41d5abf344ed5" /><Relationship Type="http://schemas.openxmlformats.org/officeDocument/2006/relationships/slide" Target="/ppt/slides/slide6.xml" Id="R10c1d8e978d44422" /><Relationship Type="http://schemas.openxmlformats.org/officeDocument/2006/relationships/slide" Target="/ppt/slides/slide7.xml" Id="R8a76cb250a274189" /><Relationship Type="http://schemas.openxmlformats.org/officeDocument/2006/relationships/slide" Target="/ppt/slides/slide8.xml" Id="R6925fa71df904e6a" /><Relationship Type="http://schemas.openxmlformats.org/officeDocument/2006/relationships/slide" Target="/ppt/slides/slide9.xml" Id="Rcd4ed1c240124de7" /><Relationship Type="http://schemas.openxmlformats.org/officeDocument/2006/relationships/slide" Target="/ppt/slides/slide10.xml" Id="Rf79d3167086848e6" /><Relationship Type="http://schemas.openxmlformats.org/officeDocument/2006/relationships/slide" Target="/ppt/slides/slide11.xml" Id="Ra5dbc913c74a41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0351136fd342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5278ff43354198" /><Relationship Type="http://schemas.openxmlformats.org/officeDocument/2006/relationships/notesMaster" Target="/ppt/notesMasters/notesMaster1.xml" Id="Rb01f65cc924c47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556858fb2348d3" /><Relationship Type="http://schemas.openxmlformats.org/officeDocument/2006/relationships/notesMaster" Target="/ppt/notesMasters/notesMaster1.xml" Id="Rd59b1cdc47cb43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cf58b5791248d7" /><Relationship Type="http://schemas.openxmlformats.org/officeDocument/2006/relationships/notesMaster" Target="/ppt/notesMasters/notesMaster1.xml" Id="R7f6b3503b88c44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2cd5fcebaf4a8a" /><Relationship Type="http://schemas.openxmlformats.org/officeDocument/2006/relationships/notesMaster" Target="/ppt/notesMasters/notesMaster1.xml" Id="R193171bb82a644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4fd5e348d64420" /><Relationship Type="http://schemas.openxmlformats.org/officeDocument/2006/relationships/notesMaster" Target="/ppt/notesMasters/notesMaster1.xml" Id="R5be64272b03d42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bc0ebaf15e4f68" /><Relationship Type="http://schemas.openxmlformats.org/officeDocument/2006/relationships/notesMaster" Target="/ppt/notesMasters/notesMaster1.xml" Id="R790712c8a12546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88c1175dd24233" /><Relationship Type="http://schemas.openxmlformats.org/officeDocument/2006/relationships/notesMaster" Target="/ppt/notesMasters/notesMaster1.xml" Id="R9f1bf9ddea6a48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3f353bbf09429f" /><Relationship Type="http://schemas.openxmlformats.org/officeDocument/2006/relationships/notesMaster" Target="/ppt/notesMasters/notesMaster1.xml" Id="R9b90911e7e564d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73b783afe1497b" /><Relationship Type="http://schemas.openxmlformats.org/officeDocument/2006/relationships/notesMaster" Target="/ppt/notesMasters/notesMaster1.xml" Id="Ra95aa50f4e4c49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ec014ee6ed4756" /><Relationship Type="http://schemas.openxmlformats.org/officeDocument/2006/relationships/notesMaster" Target="/ppt/notesMasters/notesMaster1.xml" Id="Rd5d49e88a8794b3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aa9658bc024804" /><Relationship Type="http://schemas.openxmlformats.org/officeDocument/2006/relationships/notesMaster" Target="/ppt/notesMasters/notesMaster1.xml" Id="Rda73ef2140cb4d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Raúl</a:t>
            </a:r>
          </a:p>
          <a:p xmlns:a="http://schemas.openxmlformats.org/drawingml/2006/main">
            <a:r>
              <a:t>Buenos días. Somos Daniel Ávila y Raúl González. Presentamos Terreno Conectado, una PWA para registrar inspecciones y evidencia en terreno, incluso cuando no hay conexión.</a:t>
            </a:r>
          </a:p>
          <a:p xmlns:a="http://schemas.openxmlformats.org/drawingml/2006/main">
            <a:r>
              <a:t/>
            </a:r>
          </a:p>
          <a:p xmlns:a="http://schemas.openxmlformats.org/drawingml/2006/main">
            <a:r>
              <a:t>Fuente: README del repositorio y demo pública publicada el 16-10-2026.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Raúl</a:t>
            </a:r>
          </a:p>
          <a:p xmlns:a="http://schemas.openxmlformats.org/drawingml/2006/main">
            <a:r>
              <a:t>En faenas y obras remotas la señal puede fallar en medio de una inspección. Por eso nuestra aplicación guarda la información primero en el dispositivo y la envía cuando la conexión vuelve.</a:t>
            </a:r>
          </a:p>
          <a:p xmlns:a="http://schemas.openxmlformats.org/drawingml/2006/main">
            <a:r>
              <a:t/>
            </a:r>
          </a:p>
          <a:p xmlns:a="http://schemas.openxmlformats.org/drawingml/2006/main">
            <a:r>
              <a:t>Fuente: requisitos offline del proyecto y README, secciones de PWA y sincronización.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Raúl</a:t>
            </a:r>
          </a:p>
          <a:p xmlns:a="http://schemas.openxmlformats.org/drawingml/2006/main">
            <a:r>
              <a:t>El avance incluye captura offline, fotos, formularios importados desde Excel, plantillas versionadas y asignaciones por faena y rol. El trabajador sólo ve los formularios que realmente tiene asignados.</a:t>
            </a:r>
          </a:p>
          <a:p xmlns:a="http://schemas.openxmlformats.org/drawingml/2006/main">
            <a:r>
              <a:t/>
            </a:r>
          </a:p>
          <a:p xmlns:a="http://schemas.openxmlformats.org/drawingml/2006/main">
            <a:r>
              <a:t>Fuente: README y contratos de plantillas, asignaciones y sincronización del monorepo.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Raúl</a:t>
            </a:r>
          </a:p>
          <a:p xmlns:a="http://schemas.openxmlformats.org/drawingml/2006/main">
            <a:r>
              <a:t>Al completar el formulario, las respuestas quedan en Dexie e IndexedDB. La cola local conserva el envío con un identificador único. Cuando vuelve la señal, la sincronización es idempotente, así que no duplica el registro. También verificamos que la pausa manual de envíos se conserve al recargar.</a:t>
            </a:r>
          </a:p>
          <a:p xmlns:a="http://schemas.openxmlformats.org/drawingml/2006/main">
            <a:r>
              <a:t/>
            </a:r>
          </a:p>
          <a:p xmlns:a="http://schemas.openxmlformats.org/drawingml/2006/main">
            <a:r>
              <a:t>Fuente: implementación de Dexie/IndexedDB, outbox UUIDv7 y E2E dirigidos de señal y modo manual.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Raúl</a:t>
            </a:r>
          </a:p>
          <a:p xmlns:a="http://schemas.openxmlformats.org/drawingml/2006/main">
            <a:r>
              <a:t>Esta captura muestra el catálogo del trabajador. El filtro combina su faena y su rol. Desde Plantillas, el administrador puede crear o eliminar asignaciones, y el trabajador no recibe formularios ajenos.</a:t>
            </a:r>
          </a:p>
          <a:p xmlns:a="http://schemas.openxmlformats.org/drawingml/2006/main">
            <a:r>
              <a:t/>
            </a:r>
          </a:p>
          <a:p xmlns:a="http://schemas.openxmlformats.org/drawingml/2006/main">
            <a:r>
              <a:t>Fuente: captura de la aplicación y verificación pública de asignaciones por faena, rol y tenant.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Daniel</a:t>
            </a:r>
          </a:p>
          <a:p xmlns:a="http://schemas.openxmlformats.org/drawingml/2006/main">
            <a:r>
              <a:t>El administrador carga un Excel, revisa su propuesta, publica una versión y luego la asigna. La asignación puede ser para una faena específica o para toda la empresa. El original también queda disponible para exportar con las respuestas.</a:t>
            </a:r>
          </a:p>
          <a:p xmlns:a="http://schemas.openxmlformats.org/drawingml/2006/main">
            <a:r>
              <a:t/>
            </a:r>
          </a:p>
          <a:p xmlns:a="http://schemas.openxmlformats.org/drawingml/2006/main">
            <a:r>
              <a:t>Fuente: importador Excel, plantillas versionadas, asignaciones y caché de originales del repositorio.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Daniel</a:t>
            </a:r>
          </a:p>
          <a:p xmlns:a="http://schemas.openxmlformats.org/drawingml/2006/main">
            <a:r>
              <a:t>Usamos TypeScript de punta a punta. React y Vite forman la PWA; Dexie e IndexedDB manejan el almacenamiento local. NestJS concentra la API y PostgreSQL con RLS protege el aislamiento entre empresas. Publicamos la demo con Docker Compose, Caddy HTTPS y Oracle Always Free.</a:t>
            </a:r>
          </a:p>
          <a:p xmlns:a="http://schemas.openxmlformats.org/drawingml/2006/main">
            <a:r>
              <a:t/>
            </a:r>
          </a:p>
          <a:p xmlns:a="http://schemas.openxmlformats.org/drawingml/2006/main">
            <a:r>
              <a:t>Fuente: README, Docker Compose, Caddy y tarea de despliegue Oracle Always Free.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Daniel</a:t>
            </a:r>
          </a:p>
          <a:p xmlns:a="http://schemas.openxmlformats.org/drawingml/2006/main">
            <a:r>
              <a:t>La validación más reciente del release aprobó 401 pruebas en CI. Además hicimos dos E2E dirigidos: uno para detectar la recuperación física de la conexión y otro para comprobar que el modo manual persiste al recargar y sincroniza una sola vez. También verificamos backup cifrado, restauración aislada y reinicio del servidor.</a:t>
            </a:r>
          </a:p>
          <a:p xmlns:a="http://schemas.openxmlformats.org/drawingml/2006/main">
            <a:r>
              <a:t/>
            </a:r>
          </a:p>
          <a:p xmlns:a="http://schemas.openxmlformats.org/drawingml/2006/main">
            <a:r>
              <a:t>Fuente: workflow de publicación 38870126308, E2E dirigido 38870622764 y evidencia de restore/reinicio de la tarea de despliegue. La suite histórica Fase 2 de 17 E2E y 7 caos se mantiene como evidencia previa, pero no se presenta como cifra del release actual.</a:t>
            </a:r>
          </a:p>
          <a:p xmlns:a="http://schemas.openxmlformats.org/drawingml/2006/main">
            <a:br/>
            <a:r>
              <a:t>CI: https://github.com/danielandresavilaj-cell/terreno-conectado/actions/runs/38870126308</a:t>
            </a:r>
            <a:br/>
            <a:r>
              <a:t>E2E: https://github.com/danielandresavilaj-cell/terreno-conectado/actions/runs/38870622764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Daniel</a:t>
            </a:r>
          </a:p>
          <a:p xmlns:a="http://schemas.openxmlformats.org/drawingml/2006/main">
            <a:r>
              <a:t>Las pruebas y el uso de la aplicación nos llevaron a corregir el catálogo de formularios, la validación numérica y la persistencia del switch de señal. Sumamos revisión de respuestas por trabajador, descarga Excel y publicación HTTPS con respaldos.</a:t>
            </a:r>
          </a:p>
          <a:p xmlns:a="http://schemas.openxmlformats.org/drawingml/2006/main">
            <a:r>
              <a:t/>
            </a:r>
          </a:p>
          <a:p xmlns:a="http://schemas.openxmlformats.org/drawingml/2006/main">
            <a:r>
              <a:t>Fuente: correcciones recientes de formularios, validación numérica, señal manual, revisión de inspecciones y despliegue público.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Daniel</a:t>
            </a:r>
          </a:p>
          <a:p xmlns:a="http://schemas.openxmlformats.org/drawingml/2006/main">
            <a:r>
              <a:t>La pauta pide ajustes justificados, metodología y evidencias. Mostramos correcciones conectadas a pruebas, trabajamos con Spec Driven Development y dejamos trazabilidad en specs, ADR, tareas, issues, commits y pull requests. El informe complementa la evidencia formal solicitada.</a:t>
            </a:r>
          </a:p>
          <a:p xmlns:a="http://schemas.openxmlformats.org/drawingml/2006/main">
            <a:r>
              <a:t/>
            </a:r>
          </a:p>
          <a:p xmlns:a="http://schemas.openxmlformats.org/drawingml/2006/main">
            <a:r>
              <a:t>Fuente: pauta sumativa APT122, criterios 1 a 8. La diapositiva vincula cada criterio con evidencia verificable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Daniel</a:t>
            </a:r>
          </a:p>
          <a:p xmlns:a="http://schemas.openxmlformats.org/drawingml/2006/main">
            <a:r>
              <a:t>Terreno Conectado ya funciona como demo HTTPS y mantiene su lógica offline: captura local, cola persistente y sincronización idempotente. Para la demostración final mostraremos importar un formulario, asignarlo, responder sin señal y revisarlo desde supervisión. Muchas gracias.</a:t>
            </a:r>
          </a:p>
          <a:p xmlns:a="http://schemas.openxmlformats.org/drawingml/2006/main">
            <a:r>
              <a:t/>
            </a:r>
          </a:p>
          <a:p xmlns:a="http://schemas.openxmlformats.org/drawingml/2006/main">
            <a:r>
              <a:t>Fuente: demo pública y resultados verificados del despliegue. Pendiente de exposición: recorrido manual completo con Excel, foto offline y PWA instalada.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92f02078c84c0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26d91906cc4f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ad1ec02b6334d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db9e279bba428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a93a4227dd54be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faca21140d049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B99305-FD0B-4BC8-8FD5-4079677FF7E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049B753-332A-4ED1-AC8C-C1143BC137B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5312FCF-4269-4092-B70C-E8721A49E3D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83C43B-901F-49A6-9AD0-635D075E02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92FF5B-F721-4953-B1EF-B56CD953BC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0BBC19D-2EF8-40AD-9F48-6F04E8835A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5E4A07-8A22-485A-A6CE-730A309F4B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7EAC31E-F795-47EB-B665-CA7FFB2132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03BD0F-4394-4B9F-AD62-D0AF43BAFB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56E01E-8897-4E23-B58F-3CAAD8EFEA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7fde45d6204e1b" /><Relationship Type="http://schemas.openxmlformats.org/officeDocument/2006/relationships/slideLayout" Target="/ppt/slideLayouts/slideLayout1.xml" Id="R1a968c9559064ad0" /><Relationship Type="http://schemas.openxmlformats.org/officeDocument/2006/relationships/slideLayout" Target="/ppt/slideLayouts/slideLayout2.xml" Id="R8247395e9e8647f8" /><Relationship Type="http://schemas.openxmlformats.org/officeDocument/2006/relationships/slideLayout" Target="/ppt/slideLayouts/slideLayout3.xml" Id="R72e4469b18a449f0" /><Relationship Type="http://schemas.openxmlformats.org/officeDocument/2006/relationships/slideLayout" Target="/ppt/slideLayouts/slideLayout4.xml" Id="R9e17ff92ed334590" /><Relationship Type="http://schemas.openxmlformats.org/officeDocument/2006/relationships/slideLayout" Target="/ppt/slideLayouts/slideLayout5.xml" Id="R9b8af6ff481a49e8" /><Relationship Type="http://schemas.openxmlformats.org/officeDocument/2006/relationships/slideLayout" Target="/ppt/slideLayouts/slideLayout6.xml" Id="R938d7a9bbff041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968c9559064ad0"/>
    <p:sldLayoutId xmlns:r="http://schemas.openxmlformats.org/officeDocument/2006/relationships" id="2147483650" r:id="R8247395e9e8647f8"/>
    <p:sldLayoutId xmlns:r="http://schemas.openxmlformats.org/officeDocument/2006/relationships" id="2147483651" r:id="R72e4469b18a449f0"/>
    <p:sldLayoutId xmlns:r="http://schemas.openxmlformats.org/officeDocument/2006/relationships" id="2147483652" r:id="R9e17ff92ed334590"/>
    <p:sldLayoutId xmlns:r="http://schemas.openxmlformats.org/officeDocument/2006/relationships" id="2147483653" r:id="R9b8af6ff481a49e8"/>
    <p:sldLayoutId xmlns:r="http://schemas.openxmlformats.org/officeDocument/2006/relationships" id="2147483654" r:id="R938d7a9bbff041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30be4c64e4f4476" /><Relationship Type="http://schemas.openxmlformats.org/officeDocument/2006/relationships/notesSlide" Target="/ppt/notesSlides/notesSlide1.xml" Id="R6aec5bf49df949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a14da795e9e4bec" /><Relationship Type="http://schemas.openxmlformats.org/officeDocument/2006/relationships/notesSlide" Target="/ppt/notesSlides/notesSlide2.xml" Id="R4d4a5f195cf545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fa026607fec4529" /><Relationship Type="http://schemas.openxmlformats.org/officeDocument/2006/relationships/notesSlide" Target="/ppt/notesSlides/notesSlide3.xml" Id="R60233daa3a034e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ec3f78cf3404b6b" /><Relationship Type="http://schemas.openxmlformats.org/officeDocument/2006/relationships/notesSlide" Target="/ppt/notesSlides/notesSlide4.xml" Id="R76e5bab6382441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d9d157878d8418d" /><Relationship Type="http://schemas.openxmlformats.org/officeDocument/2006/relationships/image" Target="/ppt/media/image.jpeg" Id="R73498706c03e47cb" /><Relationship Type="http://schemas.openxmlformats.org/officeDocument/2006/relationships/notesSlide" Target="/ppt/notesSlides/notesSlide5.xml" Id="R8f7e579c6e1c43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f22d66979314718" /><Relationship Type="http://schemas.openxmlformats.org/officeDocument/2006/relationships/image" Target="/ppt/media/image2.jpeg" Id="R123a557c1a3349ca" /><Relationship Type="http://schemas.openxmlformats.org/officeDocument/2006/relationships/notesSlide" Target="/ppt/notesSlides/notesSlide6.xml" Id="R6bd90656de5747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719acae9fe14310" /><Relationship Type="http://schemas.openxmlformats.org/officeDocument/2006/relationships/notesSlide" Target="/ppt/notesSlides/notesSlide7.xml" Id="R07cf5b3aa75f43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40f77fcdac046f0" /><Relationship Type="http://schemas.openxmlformats.org/officeDocument/2006/relationships/notesSlide" Target="/ppt/notesSlides/notesSlide8.xml" Id="Rdb2e998f337f44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1d6d3ab02d74aa7" /><Relationship Type="http://schemas.openxmlformats.org/officeDocument/2006/relationships/notesSlide" Target="/ppt/notesSlides/notesSlide9.xml" Id="Rc75ceaf1b75541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bd98a30d75b4276" /><Relationship Type="http://schemas.openxmlformats.org/officeDocument/2006/relationships/notesSlide" Target="/ppt/notesSlides/notesSlide10.xml" Id="R451e5e2528b249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841c8d189b94d25" /><Relationship Type="http://schemas.openxmlformats.org/officeDocument/2006/relationships/notesSlide" Target="/ppt/notesSlides/notesSlide11.xml" Id="Rbd83fba398f646f2" /></Relationships>
</file>

<file path=ppt/slides/slide1.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E97F12E-F0FC-45AB-8B6E-8FD221D319E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32B"/>
          </a:solidFill>
          <a:ln xmlns:a="http://schemas.openxmlformats.org/drawingml/2006/main" w="9525">
            <a:solidFill>
              <a:srgbClr val="0B132B"/>
            </a:solidFill>
            <a:prstDash val="solid"/>
          </a:ln>
        </p:spPr>
      </p:sp>
      <p:sp>
        <p:nvSpPr>
          <p:cNvPr id="2" name="">
            <a:extLst xmlns:a="http://schemas.openxmlformats.org/drawingml/2006/main">
              <a:ext uri="{FF2B5EF4-FFF2-40B4-BE49-F238E27FC236}">
                <a16:creationId xmlns:a16="http://schemas.microsoft.com/office/drawing/2014/main" id="{49EBA1E1-40AF-469C-9D8B-C3319EAC04A8}"/>
              </a:ext>
            </a:extLst>
          </p:cNvPr>
          <p:cNvSpPr>
            <a:spLocks xmlns:a="http://schemas.openxmlformats.org/drawingml/2006/main" noGrp="1"/>
          </p:cNvSpPr>
          <p:nvPr/>
        </p:nvSpPr>
        <p:spPr>
          <a:xfrm xmlns:a="http://schemas.openxmlformats.org/drawingml/2006/main">
            <a:off x="685800" y="723900"/>
            <a:ext cx="95250" cy="4457700"/>
          </a:xfrm>
          <a:prstGeom xmlns:a="http://schemas.openxmlformats.org/drawingml/2006/main" prst="rect">
            <a:avLst/>
          </a:prstGeom>
          <a:solidFill xmlns:a="http://schemas.openxmlformats.org/drawingml/2006/main">
            <a:srgbClr val="16B8B1"/>
          </a:solidFill>
          <a:ln xmlns:a="http://schemas.openxmlformats.org/drawingml/2006/main" w="9525">
            <a:solidFill>
              <a:srgbClr val="16B8B1"/>
            </a:solidFill>
            <a:prstDash val="solid"/>
          </a:ln>
        </p:spPr>
      </p:sp>
      <p:sp>
        <p:nvSpPr>
          <p:cNvPr id="3" name="">
            <a:extLst xmlns:a="http://schemas.openxmlformats.org/drawingml/2006/main">
              <a:ext uri="{FF2B5EF4-FFF2-40B4-BE49-F238E27FC236}">
                <a16:creationId xmlns:a16="http://schemas.microsoft.com/office/drawing/2014/main" id="{A5E4A2F0-5908-4657-B78D-92FFE123C986}"/>
              </a:ext>
            </a:extLst>
          </p:cNvPr>
          <p:cNvSpPr>
            <a:spLocks xmlns:a="http://schemas.openxmlformats.org/drawingml/2006/main" noGrp="1"/>
          </p:cNvSpPr>
          <p:nvPr/>
        </p:nvSpPr>
        <p:spPr>
          <a:xfrm xmlns:a="http://schemas.openxmlformats.org/drawingml/2006/main">
            <a:off x="1066800" y="800100"/>
            <a:ext cx="447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9EDFD9"/>
                </a:solidFill>
                <a:latin typeface="Arial"/>
                <a:ea typeface="Arial"/>
                <a:cs typeface="Arial"/>
              </a:defRPr>
            </a:defPPr>
          </a:lstStyle>
          <a:p xmlns:a="http://schemas.openxmlformats.org/drawingml/2006/main">
            <a:pPr>
              <a:buNone/>
              <a:defRPr sz="1050" b="1">
                <a:solidFill>
                  <a:srgbClr val="9EDFD9"/>
                </a:solidFill>
                <a:latin typeface="Arial"/>
                <a:ea typeface="Arial"/>
                <a:cs typeface="Arial"/>
              </a:defRPr>
            </a:pPr>
            <a:r>
              <a:rPr sz="1050" b="1">
                <a:solidFill>
                  <a:srgbClr val="9EDFD9"/>
                </a:solidFill>
                <a:latin typeface="Arial"/>
                <a:ea typeface="Arial"/>
                <a:cs typeface="Arial"/>
              </a:rPr>
              <a:t>PROYECTO APT · FASE 2</a:t>
            </a:r>
          </a:p>
        </p:txBody>
      </p:sp>
      <p:sp>
        <p:nvSpPr>
          <p:cNvPr id="4" name="">
            <a:extLst xmlns:a="http://schemas.openxmlformats.org/drawingml/2006/main">
              <a:ext uri="{FF2B5EF4-FFF2-40B4-BE49-F238E27FC236}">
                <a16:creationId xmlns:a16="http://schemas.microsoft.com/office/drawing/2014/main" id="{847D5519-95E5-42E8-B385-8F3DD8A014B5}"/>
              </a:ext>
            </a:extLst>
          </p:cNvPr>
          <p:cNvSpPr>
            <a:spLocks xmlns:a="http://schemas.openxmlformats.org/drawingml/2006/main" noGrp="1"/>
          </p:cNvSpPr>
          <p:nvPr/>
        </p:nvSpPr>
        <p:spPr>
          <a:xfrm xmlns:a="http://schemas.openxmlformats.org/drawingml/2006/main">
            <a:off x="1066800" y="135255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350" b="1">
                <a:solidFill>
                  <a:srgbClr val="FFFFFF"/>
                </a:solidFill>
                <a:latin typeface="Arial"/>
                <a:ea typeface="Arial"/>
                <a:cs typeface="Arial"/>
              </a:defRPr>
            </a:defPPr>
          </a:lstStyle>
          <a:p xmlns:a="http://schemas.openxmlformats.org/drawingml/2006/main">
            <a:pPr>
              <a:buNone/>
              <a:defRPr sz="4350" b="1">
                <a:solidFill>
                  <a:srgbClr val="FFFFFF"/>
                </a:solidFill>
                <a:latin typeface="Arial"/>
                <a:ea typeface="Arial"/>
                <a:cs typeface="Arial"/>
              </a:defRPr>
            </a:pPr>
            <a:r>
              <a:rPr sz="4350" b="1">
                <a:solidFill>
                  <a:srgbClr val="FFFFFF"/>
                </a:solidFill>
                <a:latin typeface="Arial"/>
                <a:ea typeface="Arial"/>
                <a:cs typeface="Arial"/>
              </a:rPr>
              <a:t>Terreno</a:t>
            </a:r>
          </a:p>
          <a:p xmlns:a="http://schemas.openxmlformats.org/drawingml/2006/main">
            <a:pPr>
              <a:buNone/>
              <a:defRPr sz="4350" b="1">
                <a:solidFill>
                  <a:srgbClr val="FFFFFF"/>
                </a:solidFill>
                <a:latin typeface="Arial"/>
                <a:ea typeface="Arial"/>
                <a:cs typeface="Arial"/>
              </a:defRPr>
            </a:pPr>
            <a:r>
              <a:rPr sz="4350" b="1">
                <a:solidFill>
                  <a:srgbClr val="FFFFFF"/>
                </a:solidFill>
                <a:latin typeface="Arial"/>
                <a:ea typeface="Arial"/>
                <a:cs typeface="Arial"/>
              </a:rPr>
              <a:t>Conectado</a:t>
            </a:r>
          </a:p>
        </p:txBody>
      </p:sp>
      <p:sp>
        <p:nvSpPr>
          <p:cNvPr id="5" name="">
            <a:extLst xmlns:a="http://schemas.openxmlformats.org/drawingml/2006/main">
              <a:ext uri="{FF2B5EF4-FFF2-40B4-BE49-F238E27FC236}">
                <a16:creationId xmlns:a16="http://schemas.microsoft.com/office/drawing/2014/main" id="{95337E88-4084-4323-99A1-F7F3FD719065}"/>
              </a:ext>
            </a:extLst>
          </p:cNvPr>
          <p:cNvSpPr>
            <a:spLocks xmlns:a="http://schemas.openxmlformats.org/drawingml/2006/main" noGrp="1"/>
          </p:cNvSpPr>
          <p:nvPr/>
        </p:nvSpPr>
        <p:spPr>
          <a:xfrm xmlns:a="http://schemas.openxmlformats.org/drawingml/2006/main">
            <a:off x="1104900" y="3048000"/>
            <a:ext cx="5143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a:solidFill>
                  <a:srgbClr val="D7E0EA"/>
                </a:solidFill>
                <a:latin typeface="Arial"/>
                <a:ea typeface="Arial"/>
                <a:cs typeface="Arial"/>
              </a:defRPr>
            </a:defPPr>
          </a:lstStyle>
          <a:p xmlns:a="http://schemas.openxmlformats.org/drawingml/2006/main">
            <a:pPr>
              <a:buNone/>
              <a:defRPr sz="1875">
                <a:solidFill>
                  <a:srgbClr val="D7E0EA"/>
                </a:solidFill>
                <a:latin typeface="Arial"/>
                <a:ea typeface="Arial"/>
                <a:cs typeface="Arial"/>
              </a:defRPr>
            </a:pPr>
            <a:r>
              <a:rPr sz="1875">
                <a:solidFill>
                  <a:srgbClr val="D7E0EA"/>
                </a:solidFill>
                <a:latin typeface="Arial"/>
                <a:ea typeface="Arial"/>
                <a:cs typeface="Arial"/>
              </a:rPr>
              <a:t>PWA para inspecciones offline, evidencia y trazabilidad en terreno</a:t>
            </a:r>
          </a:p>
        </p:txBody>
      </p:sp>
      <p:sp>
        <p:nvSpPr>
          <p:cNvPr id="6" name="">
            <a:extLst xmlns:a="http://schemas.openxmlformats.org/drawingml/2006/main">
              <a:ext uri="{FF2B5EF4-FFF2-40B4-BE49-F238E27FC236}">
                <a16:creationId xmlns:a16="http://schemas.microsoft.com/office/drawing/2014/main" id="{AF8A9863-DDC1-4A92-A419-A291A4E8E183}"/>
              </a:ext>
            </a:extLst>
          </p:cNvPr>
          <p:cNvSpPr>
            <a:spLocks xmlns:a="http://schemas.openxmlformats.org/drawingml/2006/main" noGrp="1"/>
          </p:cNvSpPr>
          <p:nvPr/>
        </p:nvSpPr>
        <p:spPr>
          <a:xfrm xmlns:a="http://schemas.openxmlformats.org/drawingml/2006/main">
            <a:off x="1104900" y="4762500"/>
            <a:ext cx="3714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B7C5D4"/>
                </a:solidFill>
                <a:latin typeface="Arial"/>
                <a:ea typeface="Arial"/>
                <a:cs typeface="Arial"/>
              </a:defRPr>
            </a:defPPr>
          </a:lstStyle>
          <a:p xmlns:a="http://schemas.openxmlformats.org/drawingml/2006/main">
            <a:pPr>
              <a:buNone/>
              <a:defRPr sz="1350">
                <a:solidFill>
                  <a:srgbClr val="B7C5D4"/>
                </a:solidFill>
                <a:latin typeface="Arial"/>
                <a:ea typeface="Arial"/>
                <a:cs typeface="Arial"/>
              </a:defRPr>
            </a:pPr>
            <a:r>
              <a:rPr sz="1350">
                <a:solidFill>
                  <a:srgbClr val="B7C5D4"/>
                </a:solidFill>
                <a:latin typeface="Arial"/>
                <a:ea typeface="Arial"/>
                <a:cs typeface="Arial"/>
              </a:rPr>
              <a:t>Capstone PTY4614</a:t>
            </a:r>
          </a:p>
          <a:p xmlns:a="http://schemas.openxmlformats.org/drawingml/2006/main">
            <a:pPr>
              <a:buNone/>
              <a:defRPr sz="1350">
                <a:solidFill>
                  <a:srgbClr val="B7C5D4"/>
                </a:solidFill>
                <a:latin typeface="Arial"/>
                <a:ea typeface="Arial"/>
                <a:cs typeface="Arial"/>
              </a:defRPr>
            </a:pPr>
            <a:r>
              <a:rPr sz="1350">
                <a:solidFill>
                  <a:srgbClr val="B7C5D4"/>
                </a:solidFill>
                <a:latin typeface="Arial"/>
                <a:ea typeface="Arial"/>
                <a:cs typeface="Arial"/>
              </a:rPr>
              <a:t>Daniel Ávila · Raúl González</a:t>
            </a:r>
          </a:p>
          <a:p xmlns:a="http://schemas.openxmlformats.org/drawingml/2006/main">
            <a:pPr>
              <a:buNone/>
              <a:defRPr sz="1350">
                <a:solidFill>
                  <a:srgbClr val="B7C5D4"/>
                </a:solidFill>
                <a:latin typeface="Arial"/>
                <a:ea typeface="Arial"/>
                <a:cs typeface="Arial"/>
              </a:defRPr>
            </a:pPr>
            <a:r>
              <a:rPr sz="1350">
                <a:solidFill>
                  <a:srgbClr val="B7C5D4"/>
                </a:solidFill>
                <a:latin typeface="Arial"/>
                <a:ea typeface="Arial"/>
                <a:cs typeface="Arial"/>
              </a:rPr>
              <a:t>16 de octubre de 2026</a:t>
            </a:r>
          </a:p>
        </p:txBody>
      </p:sp>
      <p:sp>
        <p:nvSpPr>
          <p:cNvPr id="7" name="">
            <a:extLst xmlns:a="http://schemas.openxmlformats.org/drawingml/2006/main">
              <a:ext uri="{FF2B5EF4-FFF2-40B4-BE49-F238E27FC236}">
                <a16:creationId xmlns:a16="http://schemas.microsoft.com/office/drawing/2014/main" id="{CBD61F2C-435D-4724-B23A-61E4BEB9B14E}"/>
              </a:ext>
            </a:extLst>
          </p:cNvPr>
          <p:cNvSpPr>
            <a:spLocks xmlns:a="http://schemas.openxmlformats.org/drawingml/2006/main" noGrp="1"/>
          </p:cNvSpPr>
          <p:nvPr/>
        </p:nvSpPr>
        <p:spPr>
          <a:xfrm xmlns:a="http://schemas.openxmlformats.org/drawingml/2006/main">
            <a:off x="7524750" y="1200150"/>
            <a:ext cx="3162300" cy="3162300"/>
          </a:xfrm>
          <a:prstGeom xmlns:a="http://schemas.openxmlformats.org/drawingml/2006/main" prst="roundRect">
            <a:avLst>
              <a:gd name="adj" fmla="val 3614"/>
            </a:avLst>
          </a:prstGeom>
          <a:solidFill xmlns:a="http://schemas.openxmlformats.org/drawingml/2006/main">
            <a:srgbClr val="DDF5F3"/>
          </a:solidFill>
          <a:ln xmlns:a="http://schemas.openxmlformats.org/drawingml/2006/main" w="9525">
            <a:solidFill>
              <a:srgbClr val="DDF5F3"/>
            </a:solidFill>
            <a:prstDash val="solid"/>
          </a:ln>
        </p:spPr>
      </p:sp>
      <p:sp>
        <p:nvSpPr>
          <p:cNvPr id="8" name="">
            <a:extLst xmlns:a="http://schemas.openxmlformats.org/drawingml/2006/main">
              <a:ext uri="{FF2B5EF4-FFF2-40B4-BE49-F238E27FC236}">
                <a16:creationId xmlns:a16="http://schemas.microsoft.com/office/drawing/2014/main" id="{233BB70F-D635-4562-9A8E-578B2E22EF7D}"/>
              </a:ext>
            </a:extLst>
          </p:cNvPr>
          <p:cNvSpPr>
            <a:spLocks xmlns:a="http://schemas.openxmlformats.org/drawingml/2006/main" noGrp="1"/>
          </p:cNvSpPr>
          <p:nvPr/>
        </p:nvSpPr>
        <p:spPr>
          <a:xfrm xmlns:a="http://schemas.openxmlformats.org/drawingml/2006/main">
            <a:off x="7905750" y="1847850"/>
            <a:ext cx="24288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B132B"/>
                </a:solidFill>
                <a:latin typeface="Arial"/>
                <a:ea typeface="Arial"/>
                <a:cs typeface="Arial"/>
              </a:defRPr>
            </a:defPPr>
          </a:lstStyle>
          <a:p xmlns:a="http://schemas.openxmlformats.org/drawingml/2006/main">
            <a:pPr>
              <a:buNone/>
              <a:defRPr sz="2400" b="1">
                <a:solidFill>
                  <a:srgbClr val="0B132B"/>
                </a:solidFill>
                <a:latin typeface="Arial"/>
                <a:ea typeface="Arial"/>
                <a:cs typeface="Arial"/>
              </a:defRPr>
            </a:pPr>
            <a:r>
              <a:rPr sz="2400" b="1">
                <a:solidFill>
                  <a:srgbClr val="0B132B"/>
                </a:solidFill>
                <a:latin typeface="Arial"/>
                <a:ea typeface="Arial"/>
                <a:cs typeface="Arial"/>
              </a:rPr>
              <a:t>SIN SEÑAL</a:t>
            </a:r>
          </a:p>
          <a:p xmlns:a="http://schemas.openxmlformats.org/drawingml/2006/main">
            <a:pPr>
              <a:buNone/>
              <a:defRPr sz="2400" b="1">
                <a:solidFill>
                  <a:srgbClr val="0B132B"/>
                </a:solidFill>
                <a:latin typeface="Arial"/>
                <a:ea typeface="Arial"/>
                <a:cs typeface="Arial"/>
              </a:defRPr>
            </a:pPr>
            <a:r>
              <a:rPr sz="2400" b="1">
                <a:solidFill>
                  <a:srgbClr val="0B132B"/>
                </a:solidFill>
                <a:latin typeface="Arial"/>
                <a:ea typeface="Arial"/>
                <a:cs typeface="Arial"/>
              </a:rPr>
              <a:t>LA CAPTURA</a:t>
            </a:r>
          </a:p>
          <a:p xmlns:a="http://schemas.openxmlformats.org/drawingml/2006/main">
            <a:pPr>
              <a:buNone/>
              <a:defRPr sz="2400" b="1">
                <a:solidFill>
                  <a:srgbClr val="0B132B"/>
                </a:solidFill>
                <a:latin typeface="Arial"/>
                <a:ea typeface="Arial"/>
                <a:cs typeface="Arial"/>
              </a:defRPr>
            </a:pPr>
            <a:r>
              <a:rPr sz="2400" b="1">
                <a:solidFill>
                  <a:srgbClr val="0B132B"/>
                </a:solidFill>
                <a:latin typeface="Arial"/>
                <a:ea typeface="Arial"/>
                <a:cs typeface="Arial"/>
              </a:rPr>
              <a:t>CONTINÚA</a:t>
            </a:r>
          </a:p>
        </p:txBody>
      </p:sp>
      <p:sp>
        <p:nvSpPr>
          <p:cNvPr id="9" name="">
            <a:extLst xmlns:a="http://schemas.openxmlformats.org/drawingml/2006/main">
              <a:ext uri="{FF2B5EF4-FFF2-40B4-BE49-F238E27FC236}">
                <a16:creationId xmlns:a16="http://schemas.microsoft.com/office/drawing/2014/main" id="{7914DD6E-5965-4B81-91FE-A2405276D985}"/>
              </a:ext>
            </a:extLst>
          </p:cNvPr>
          <p:cNvSpPr>
            <a:spLocks xmlns:a="http://schemas.openxmlformats.org/drawingml/2006/main" noGrp="1"/>
          </p:cNvSpPr>
          <p:nvPr/>
        </p:nvSpPr>
        <p:spPr>
          <a:xfrm xmlns:a="http://schemas.openxmlformats.org/drawingml/2006/main">
            <a:off x="7524750" y="47625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FC0D0"/>
                </a:solidFill>
                <a:latin typeface="Arial"/>
                <a:ea typeface="Arial"/>
                <a:cs typeface="Arial"/>
              </a:defRPr>
            </a:defPPr>
          </a:lstStyle>
          <a:p xmlns:a="http://schemas.openxmlformats.org/drawingml/2006/main">
            <a:pPr>
              <a:buNone/>
              <a:defRPr sz="1200">
                <a:solidFill>
                  <a:srgbClr val="AFC0D0"/>
                </a:solidFill>
                <a:latin typeface="Arial"/>
                <a:ea typeface="Arial"/>
                <a:cs typeface="Arial"/>
              </a:defRPr>
            </a:pPr>
            <a:r>
              <a:rPr sz="1200">
                <a:solidFill>
                  <a:srgbClr val="AFC0D0"/>
                </a:solidFill>
                <a:latin typeface="Arial"/>
                <a:ea typeface="Arial"/>
                <a:cs typeface="Arial"/>
              </a:rPr>
              <a:t>Demo HTTPS · PWA · sincronización idempotente</a:t>
            </a:r>
          </a:p>
        </p:txBody>
      </p:sp>
    </p:spTree>
    <p:extLst>
      <p:ext uri="{BB962C8B-B14F-4D97-AF65-F5344CB8AC3E}">
        <p14:creationId xmlns:p14="http://schemas.microsoft.com/office/powerpoint/2010/main" val="982804328"/>
      </p:ext>
    </p:extLst>
  </p:cSld>
</p:sld>
</file>

<file path=ppt/slides/slide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2203425-18D0-41B5-A3BD-025606082519}"/>
              </a:ext>
            </a:extLst>
          </p:cNvPr>
          <p:cNvSpPr>
            <a:spLocks xmlns:a="http://schemas.openxmlformats.org/drawingml/2006/main" noGrp="1"/>
          </p:cNvSpPr>
          <p:nvPr/>
        </p:nvSpPr>
        <p:spPr>
          <a:xfrm xmlns:a="http://schemas.openxmlformats.org/drawingml/2006/main">
            <a:off x="685800" y="4000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16B8B1"/>
                </a:solidFill>
                <a:latin typeface="Arial"/>
                <a:ea typeface="Arial"/>
                <a:cs typeface="Arial"/>
              </a:defRPr>
            </a:defPPr>
          </a:lstStyle>
          <a:p xmlns:a="http://schemas.openxmlformats.org/drawingml/2006/main">
            <a:pPr>
              <a:buNone/>
              <a:defRPr sz="900" b="1">
                <a:solidFill>
                  <a:srgbClr val="16B8B1"/>
                </a:solidFill>
                <a:latin typeface="Arial"/>
                <a:ea typeface="Arial"/>
                <a:cs typeface="Arial"/>
              </a:defRPr>
            </a:pPr>
            <a:r>
              <a:rPr sz="900" b="1">
                <a:solidFill>
                  <a:srgbClr val="16B8B1"/>
                </a:solidFill>
                <a:latin typeface="Arial"/>
                <a:ea typeface="Arial"/>
                <a:cs typeface="Arial"/>
              </a:rPr>
              <a:t>CONTEXTO</a:t>
            </a:r>
          </a:p>
        </p:txBody>
      </p:sp>
      <p:sp>
        <p:nvSpPr>
          <p:cNvPr id="2" name="">
            <a:extLst xmlns:a="http://schemas.openxmlformats.org/drawingml/2006/main">
              <a:ext uri="{FF2B5EF4-FFF2-40B4-BE49-F238E27FC236}">
                <a16:creationId xmlns:a16="http://schemas.microsoft.com/office/drawing/2014/main" id="{AA772DE1-C7CB-40F8-9F79-2D616924039A}"/>
              </a:ext>
            </a:extLst>
          </p:cNvPr>
          <p:cNvSpPr>
            <a:spLocks xmlns:a="http://schemas.openxmlformats.org/drawingml/2006/main" noGrp="1"/>
          </p:cNvSpPr>
          <p:nvPr/>
        </p:nvSpPr>
        <p:spPr>
          <a:xfrm xmlns:a="http://schemas.openxmlformats.org/drawingml/2006/main">
            <a:off x="685800" y="723900"/>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52238"/>
                </a:solidFill>
                <a:latin typeface="Arial"/>
                <a:ea typeface="Arial"/>
                <a:cs typeface="Arial"/>
              </a:defRPr>
            </a:defPPr>
          </a:lstStyle>
          <a:p xmlns:a="http://schemas.openxmlformats.org/drawingml/2006/main">
            <a:pPr>
              <a:buNone/>
              <a:defRPr sz="2550" b="1">
                <a:solidFill>
                  <a:srgbClr val="152238"/>
                </a:solidFill>
                <a:latin typeface="Arial"/>
                <a:ea typeface="Arial"/>
                <a:cs typeface="Arial"/>
              </a:defRPr>
            </a:pPr>
            <a:r>
              <a:rPr sz="2550" b="1">
                <a:solidFill>
                  <a:srgbClr val="152238"/>
                </a:solidFill>
                <a:latin typeface="Arial"/>
                <a:ea typeface="Arial"/>
                <a:cs typeface="Arial"/>
              </a:rPr>
              <a:t>Problema y propósito del proyecto</a:t>
            </a:r>
          </a:p>
        </p:txBody>
      </p:sp>
      <p:sp>
        <p:nvSpPr>
          <p:cNvPr id="3" name="">
            <a:extLst xmlns:a="http://schemas.openxmlformats.org/drawingml/2006/main">
              <a:ext uri="{FF2B5EF4-FFF2-40B4-BE49-F238E27FC236}">
                <a16:creationId xmlns:a16="http://schemas.microsoft.com/office/drawing/2014/main" id="{894A3B7B-7CD5-4C41-878A-42E4DC8A8983}"/>
              </a:ext>
            </a:extLst>
          </p:cNvPr>
          <p:cNvSpPr>
            <a:spLocks xmlns:a="http://schemas.openxmlformats.org/drawingml/2006/main" noGrp="1"/>
          </p:cNvSpPr>
          <p:nvPr/>
        </p:nvSpPr>
        <p:spPr>
          <a:xfrm xmlns:a="http://schemas.openxmlformats.org/drawingml/2006/main">
            <a:off x="685800" y="1333500"/>
            <a:ext cx="685800" cy="38100"/>
          </a:xfrm>
          <a:prstGeom xmlns:a="http://schemas.openxmlformats.org/drawingml/2006/main" prst="rect">
            <a:avLst/>
          </a:prstGeom>
          <a:solidFill xmlns:a="http://schemas.openxmlformats.org/drawingml/2006/main">
            <a:srgbClr val="16B8B1"/>
          </a:solidFill>
          <a:ln xmlns:a="http://schemas.openxmlformats.org/drawingml/2006/main" w="9525">
            <a:solidFill>
              <a:srgbClr val="16B8B1"/>
            </a:solidFill>
            <a:prstDash val="solid"/>
          </a:ln>
        </p:spPr>
      </p:sp>
      <p:sp>
        <p:nvSpPr>
          <p:cNvPr id="4" name="">
            <a:extLst xmlns:a="http://schemas.openxmlformats.org/drawingml/2006/main">
              <a:ext uri="{FF2B5EF4-FFF2-40B4-BE49-F238E27FC236}">
                <a16:creationId xmlns:a16="http://schemas.microsoft.com/office/drawing/2014/main" id="{E9C937C3-AE25-4F88-BA9F-1E0DD6C4EA4C}"/>
              </a:ext>
            </a:extLst>
          </p:cNvPr>
          <p:cNvSpPr>
            <a:spLocks xmlns:a="http://schemas.openxmlformats.org/drawingml/2006/main" noGrp="1"/>
          </p:cNvSpPr>
          <p:nvPr/>
        </p:nvSpPr>
        <p:spPr>
          <a:xfrm xmlns:a="http://schemas.openxmlformats.org/drawingml/2006/main">
            <a:off x="685800" y="1695450"/>
            <a:ext cx="64293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a:solidFill>
                  <a:srgbClr val="152238"/>
                </a:solidFill>
                <a:latin typeface="Arial"/>
                <a:ea typeface="Arial"/>
                <a:cs typeface="Arial"/>
              </a:defRPr>
            </a:defPPr>
          </a:lstStyle>
          <a:p xmlns:a="http://schemas.openxmlformats.org/drawingml/2006/main">
            <a:pPr>
              <a:buNone/>
              <a:defRPr sz="1800">
                <a:solidFill>
                  <a:srgbClr val="152238"/>
                </a:solidFill>
                <a:latin typeface="Arial"/>
                <a:ea typeface="Arial"/>
                <a:cs typeface="Arial"/>
              </a:defRPr>
            </a:pPr>
            <a:r>
              <a:rPr sz="1800">
                <a:solidFill>
                  <a:srgbClr val="152238"/>
                </a:solidFill>
                <a:latin typeface="Arial"/>
                <a:ea typeface="Arial"/>
                <a:cs typeface="Arial"/>
              </a:rPr>
              <a:t>En faenas y obras remotas la conexión falla. Terreno Conectado permite registrar la inspección en el dispositivo y conservarla hasta recuperar señal.</a:t>
            </a:r>
          </a:p>
        </p:txBody>
      </p:sp>
      <p:sp>
        <p:nvSpPr>
          <p:cNvPr id="5" name="">
            <a:extLst xmlns:a="http://schemas.openxmlformats.org/drawingml/2006/main">
              <a:ext uri="{FF2B5EF4-FFF2-40B4-BE49-F238E27FC236}">
                <a16:creationId xmlns:a16="http://schemas.microsoft.com/office/drawing/2014/main" id="{F7E3A84F-12D2-4950-BE2A-0166CDE2B150}"/>
              </a:ext>
            </a:extLst>
          </p:cNvPr>
          <p:cNvSpPr>
            <a:spLocks xmlns:a="http://schemas.openxmlformats.org/drawingml/2006/main" noGrp="1"/>
          </p:cNvSpPr>
          <p:nvPr/>
        </p:nvSpPr>
        <p:spPr>
          <a:xfrm xmlns:a="http://schemas.openxmlformats.org/drawingml/2006/main">
            <a:off x="685800" y="2895600"/>
            <a:ext cx="6477000" cy="20002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8E1E9"/>
            </a:solidFill>
            <a:prstDash val="solid"/>
          </a:ln>
        </p:spPr>
      </p:sp>
      <p:sp>
        <p:nvSpPr>
          <p:cNvPr id="6" name="">
            <a:extLst xmlns:a="http://schemas.openxmlformats.org/drawingml/2006/main">
              <a:ext uri="{FF2B5EF4-FFF2-40B4-BE49-F238E27FC236}">
                <a16:creationId xmlns:a16="http://schemas.microsoft.com/office/drawing/2014/main" id="{8A03976A-D241-40E8-9FE3-D9CAD96BA88A}"/>
              </a:ext>
            </a:extLst>
          </p:cNvPr>
          <p:cNvSpPr>
            <a:spLocks xmlns:a="http://schemas.openxmlformats.org/drawingml/2006/main" noGrp="1"/>
          </p:cNvSpPr>
          <p:nvPr/>
        </p:nvSpPr>
        <p:spPr>
          <a:xfrm xmlns:a="http://schemas.openxmlformats.org/drawingml/2006/main">
            <a:off x="990600" y="3286125"/>
            <a:ext cx="76200" cy="76200"/>
          </a:xfrm>
          <a:prstGeom xmlns:a="http://schemas.openxmlformats.org/drawingml/2006/main" prst="roundRect">
            <a:avLst>
              <a:gd name="adj" fmla="val 50000"/>
            </a:avLst>
          </a:prstGeom>
          <a:solidFill xmlns:a="http://schemas.openxmlformats.org/drawingml/2006/main">
            <a:srgbClr val="16B8B1"/>
          </a:solidFill>
          <a:ln xmlns:a="http://schemas.openxmlformats.org/drawingml/2006/main" w="9525">
            <a:solidFill>
              <a:srgbClr val="16B8B1"/>
            </a:solidFill>
            <a:prstDash val="solid"/>
          </a:ln>
        </p:spPr>
      </p:sp>
      <p:sp>
        <p:nvSpPr>
          <p:cNvPr id="7" name="">
            <a:extLst xmlns:a="http://schemas.openxmlformats.org/drawingml/2006/main">
              <a:ext uri="{FF2B5EF4-FFF2-40B4-BE49-F238E27FC236}">
                <a16:creationId xmlns:a16="http://schemas.microsoft.com/office/drawing/2014/main" id="{6C3D9D9E-4518-42FF-8E1A-C428F56904C9}"/>
              </a:ext>
            </a:extLst>
          </p:cNvPr>
          <p:cNvSpPr>
            <a:spLocks xmlns:a="http://schemas.openxmlformats.org/drawingml/2006/main" noGrp="1"/>
          </p:cNvSpPr>
          <p:nvPr/>
        </p:nvSpPr>
        <p:spPr>
          <a:xfrm xmlns:a="http://schemas.openxmlformats.org/drawingml/2006/main">
            <a:off x="1181100" y="3219450"/>
            <a:ext cx="542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152238"/>
                </a:solidFill>
                <a:latin typeface="Arial"/>
                <a:ea typeface="Arial"/>
                <a:cs typeface="Arial"/>
              </a:defRPr>
            </a:defPPr>
          </a:lstStyle>
          <a:p xmlns:a="http://schemas.openxmlformats.org/drawingml/2006/main">
            <a:pPr>
              <a:buNone/>
              <a:defRPr sz="1425">
                <a:solidFill>
                  <a:srgbClr val="152238"/>
                </a:solidFill>
                <a:latin typeface="Arial"/>
                <a:ea typeface="Arial"/>
                <a:cs typeface="Arial"/>
              </a:defRPr>
            </a:pPr>
            <a:r>
              <a:rPr sz="1425">
                <a:solidFill>
                  <a:srgbClr val="152238"/>
                </a:solidFill>
                <a:latin typeface="Arial"/>
                <a:ea typeface="Arial"/>
                <a:cs typeface="Arial"/>
              </a:rPr>
              <a:t>El trabajador necesita capturar sin depender de señal.</a:t>
            </a:r>
          </a:p>
        </p:txBody>
      </p:sp>
      <p:sp>
        <p:nvSpPr>
          <p:cNvPr id="8" name="">
            <a:extLst xmlns:a="http://schemas.openxmlformats.org/drawingml/2006/main">
              <a:ext uri="{FF2B5EF4-FFF2-40B4-BE49-F238E27FC236}">
                <a16:creationId xmlns:a16="http://schemas.microsoft.com/office/drawing/2014/main" id="{1C982577-1993-4C61-9D72-02185D433BB5}"/>
              </a:ext>
            </a:extLst>
          </p:cNvPr>
          <p:cNvSpPr>
            <a:spLocks xmlns:a="http://schemas.openxmlformats.org/drawingml/2006/main" noGrp="1"/>
          </p:cNvSpPr>
          <p:nvPr/>
        </p:nvSpPr>
        <p:spPr>
          <a:xfrm xmlns:a="http://schemas.openxmlformats.org/drawingml/2006/main">
            <a:off x="990600" y="3895725"/>
            <a:ext cx="76200" cy="76200"/>
          </a:xfrm>
          <a:prstGeom xmlns:a="http://schemas.openxmlformats.org/drawingml/2006/main" prst="roundRect">
            <a:avLst>
              <a:gd name="adj" fmla="val 50000"/>
            </a:avLst>
          </a:prstGeom>
          <a:solidFill xmlns:a="http://schemas.openxmlformats.org/drawingml/2006/main">
            <a:srgbClr val="16B8B1"/>
          </a:solidFill>
          <a:ln xmlns:a="http://schemas.openxmlformats.org/drawingml/2006/main" w="9525">
            <a:solidFill>
              <a:srgbClr val="16B8B1"/>
            </a:solidFill>
            <a:prstDash val="solid"/>
          </a:ln>
        </p:spPr>
      </p:sp>
      <p:sp>
        <p:nvSpPr>
          <p:cNvPr id="9" name="">
            <a:extLst xmlns:a="http://schemas.openxmlformats.org/drawingml/2006/main">
              <a:ext uri="{FF2B5EF4-FFF2-40B4-BE49-F238E27FC236}">
                <a16:creationId xmlns:a16="http://schemas.microsoft.com/office/drawing/2014/main" id="{91C6B371-2B6C-41F6-B27D-871F88AB385D}"/>
              </a:ext>
            </a:extLst>
          </p:cNvPr>
          <p:cNvSpPr>
            <a:spLocks xmlns:a="http://schemas.openxmlformats.org/drawingml/2006/main" noGrp="1"/>
          </p:cNvSpPr>
          <p:nvPr/>
        </p:nvSpPr>
        <p:spPr>
          <a:xfrm xmlns:a="http://schemas.openxmlformats.org/drawingml/2006/main">
            <a:off x="1181100" y="3829050"/>
            <a:ext cx="542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152238"/>
                </a:solidFill>
                <a:latin typeface="Arial"/>
                <a:ea typeface="Arial"/>
                <a:cs typeface="Arial"/>
              </a:defRPr>
            </a:defPPr>
          </a:lstStyle>
          <a:p xmlns:a="http://schemas.openxmlformats.org/drawingml/2006/main">
            <a:pPr>
              <a:buNone/>
              <a:defRPr sz="1425">
                <a:solidFill>
                  <a:srgbClr val="152238"/>
                </a:solidFill>
                <a:latin typeface="Arial"/>
                <a:ea typeface="Arial"/>
                <a:cs typeface="Arial"/>
              </a:defRPr>
            </a:pPr>
            <a:r>
              <a:rPr sz="1425">
                <a:solidFill>
                  <a:srgbClr val="152238"/>
                </a:solidFill>
                <a:latin typeface="Arial"/>
                <a:ea typeface="Arial"/>
                <a:cs typeface="Arial"/>
              </a:rPr>
              <a:t>La evidencia debe conservarse al cerrar o reiniciar la aplicación.</a:t>
            </a:r>
          </a:p>
        </p:txBody>
      </p:sp>
      <p:sp>
        <p:nvSpPr>
          <p:cNvPr id="10" name="">
            <a:extLst xmlns:a="http://schemas.openxmlformats.org/drawingml/2006/main">
              <a:ext uri="{FF2B5EF4-FFF2-40B4-BE49-F238E27FC236}">
                <a16:creationId xmlns:a16="http://schemas.microsoft.com/office/drawing/2014/main" id="{CA008019-3945-45D0-9F8E-AB2B34B8A767}"/>
              </a:ext>
            </a:extLst>
          </p:cNvPr>
          <p:cNvSpPr>
            <a:spLocks xmlns:a="http://schemas.openxmlformats.org/drawingml/2006/main" noGrp="1"/>
          </p:cNvSpPr>
          <p:nvPr/>
        </p:nvSpPr>
        <p:spPr>
          <a:xfrm xmlns:a="http://schemas.openxmlformats.org/drawingml/2006/main">
            <a:off x="990600" y="4505325"/>
            <a:ext cx="76200" cy="76200"/>
          </a:xfrm>
          <a:prstGeom xmlns:a="http://schemas.openxmlformats.org/drawingml/2006/main" prst="roundRect">
            <a:avLst>
              <a:gd name="adj" fmla="val 50000"/>
            </a:avLst>
          </a:prstGeom>
          <a:solidFill xmlns:a="http://schemas.openxmlformats.org/drawingml/2006/main">
            <a:srgbClr val="16B8B1"/>
          </a:solidFill>
          <a:ln xmlns:a="http://schemas.openxmlformats.org/drawingml/2006/main" w="9525">
            <a:solidFill>
              <a:srgbClr val="16B8B1"/>
            </a:solidFill>
            <a:prstDash val="solid"/>
          </a:ln>
        </p:spPr>
      </p:sp>
      <p:sp>
        <p:nvSpPr>
          <p:cNvPr id="11" name="">
            <a:extLst xmlns:a="http://schemas.openxmlformats.org/drawingml/2006/main">
              <a:ext uri="{FF2B5EF4-FFF2-40B4-BE49-F238E27FC236}">
                <a16:creationId xmlns:a16="http://schemas.microsoft.com/office/drawing/2014/main" id="{AE733B3B-95D4-4C04-91C8-AB069BA1FF67}"/>
              </a:ext>
            </a:extLst>
          </p:cNvPr>
          <p:cNvSpPr>
            <a:spLocks xmlns:a="http://schemas.openxmlformats.org/drawingml/2006/main" noGrp="1"/>
          </p:cNvSpPr>
          <p:nvPr/>
        </p:nvSpPr>
        <p:spPr>
          <a:xfrm xmlns:a="http://schemas.openxmlformats.org/drawingml/2006/main">
            <a:off x="1181100" y="4438650"/>
            <a:ext cx="542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152238"/>
                </a:solidFill>
                <a:latin typeface="Arial"/>
                <a:ea typeface="Arial"/>
                <a:cs typeface="Arial"/>
              </a:defRPr>
            </a:defPPr>
          </a:lstStyle>
          <a:p xmlns:a="http://schemas.openxmlformats.org/drawingml/2006/main">
            <a:pPr>
              <a:buNone/>
              <a:defRPr sz="1425">
                <a:solidFill>
                  <a:srgbClr val="152238"/>
                </a:solidFill>
                <a:latin typeface="Arial"/>
                <a:ea typeface="Arial"/>
                <a:cs typeface="Arial"/>
              </a:defRPr>
            </a:pPr>
            <a:r>
              <a:rPr sz="1425">
                <a:solidFill>
                  <a:srgbClr val="152238"/>
                </a:solidFill>
                <a:latin typeface="Arial"/>
                <a:ea typeface="Arial"/>
                <a:cs typeface="Arial"/>
              </a:rPr>
              <a:t>La gerencia requiere información trazable al recuperar conexión.</a:t>
            </a:r>
          </a:p>
        </p:txBody>
      </p:sp>
      <p:sp>
        <p:nvSpPr>
          <p:cNvPr id="12" name="">
            <a:extLst xmlns:a="http://schemas.openxmlformats.org/drawingml/2006/main">
              <a:ext uri="{FF2B5EF4-FFF2-40B4-BE49-F238E27FC236}">
                <a16:creationId xmlns:a16="http://schemas.microsoft.com/office/drawing/2014/main" id="{B58A54C9-0645-4008-A376-B2C8F41B5F4C}"/>
              </a:ext>
            </a:extLst>
          </p:cNvPr>
          <p:cNvSpPr>
            <a:spLocks xmlns:a="http://schemas.openxmlformats.org/drawingml/2006/main" noGrp="1"/>
          </p:cNvSpPr>
          <p:nvPr/>
        </p:nvSpPr>
        <p:spPr>
          <a:xfrm xmlns:a="http://schemas.openxmlformats.org/drawingml/2006/main">
            <a:off x="7753350" y="1847850"/>
            <a:ext cx="3143250" cy="2800350"/>
          </a:xfrm>
          <a:prstGeom xmlns:a="http://schemas.openxmlformats.org/drawingml/2006/main" prst="roundRect">
            <a:avLst>
              <a:gd name="adj" fmla="val 4082"/>
            </a:avLst>
          </a:prstGeom>
          <a:solidFill xmlns:a="http://schemas.openxmlformats.org/drawingml/2006/main">
            <a:srgbClr val="0B132B"/>
          </a:solidFill>
          <a:ln xmlns:a="http://schemas.openxmlformats.org/drawingml/2006/main" w="9525">
            <a:solidFill>
              <a:srgbClr val="0B132B"/>
            </a:solidFill>
            <a:prstDash val="solid"/>
          </a:ln>
        </p:spPr>
      </p:sp>
      <p:sp>
        <p:nvSpPr>
          <p:cNvPr id="13" name="">
            <a:extLst xmlns:a="http://schemas.openxmlformats.org/drawingml/2006/main">
              <a:ext uri="{FF2B5EF4-FFF2-40B4-BE49-F238E27FC236}">
                <a16:creationId xmlns:a16="http://schemas.microsoft.com/office/drawing/2014/main" id="{B35A6713-D54B-4C17-A3CA-9D8B2DF91B94}"/>
              </a:ext>
            </a:extLst>
          </p:cNvPr>
          <p:cNvSpPr>
            <a:spLocks xmlns:a="http://schemas.openxmlformats.org/drawingml/2006/main" noGrp="1"/>
          </p:cNvSpPr>
          <p:nvPr/>
        </p:nvSpPr>
        <p:spPr>
          <a:xfrm xmlns:a="http://schemas.openxmlformats.org/drawingml/2006/main">
            <a:off x="8134350" y="2266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9EDFD9"/>
                </a:solidFill>
                <a:latin typeface="Arial"/>
                <a:ea typeface="Arial"/>
                <a:cs typeface="Arial"/>
              </a:defRPr>
            </a:defPPr>
          </a:lstStyle>
          <a:p xmlns:a="http://schemas.openxmlformats.org/drawingml/2006/main">
            <a:pPr>
              <a:buNone/>
              <a:defRPr sz="975" b="1">
                <a:solidFill>
                  <a:srgbClr val="9EDFD9"/>
                </a:solidFill>
                <a:latin typeface="Arial"/>
                <a:ea typeface="Arial"/>
                <a:cs typeface="Arial"/>
              </a:defRPr>
            </a:pPr>
            <a:r>
              <a:rPr sz="975" b="1">
                <a:solidFill>
                  <a:srgbClr val="9EDFD9"/>
                </a:solidFill>
                <a:latin typeface="Arial"/>
                <a:ea typeface="Arial"/>
                <a:cs typeface="Arial"/>
              </a:rPr>
              <a:t>PROPUESTA</a:t>
            </a:r>
          </a:p>
        </p:txBody>
      </p:sp>
      <p:sp>
        <p:nvSpPr>
          <p:cNvPr id="14" name="">
            <a:extLst xmlns:a="http://schemas.openxmlformats.org/drawingml/2006/main">
              <a:ext uri="{FF2B5EF4-FFF2-40B4-BE49-F238E27FC236}">
                <a16:creationId xmlns:a16="http://schemas.microsoft.com/office/drawing/2014/main" id="{D611446C-F16C-4217-A82F-4CE8FE2EF2B9}"/>
              </a:ext>
            </a:extLst>
          </p:cNvPr>
          <p:cNvSpPr>
            <a:spLocks xmlns:a="http://schemas.openxmlformats.org/drawingml/2006/main" noGrp="1"/>
          </p:cNvSpPr>
          <p:nvPr/>
        </p:nvSpPr>
        <p:spPr>
          <a:xfrm xmlns:a="http://schemas.openxmlformats.org/drawingml/2006/main">
            <a:off x="8096250" y="2724150"/>
            <a:ext cx="2476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FFFFF"/>
                </a:solidFill>
                <a:latin typeface="Arial"/>
                <a:ea typeface="Arial"/>
                <a:cs typeface="Arial"/>
              </a:defRPr>
            </a:defPPr>
          </a:lstStyle>
          <a:p xmlns:a="http://schemas.openxmlformats.org/drawingml/2006/main">
            <a:pPr>
              <a:buNone/>
              <a:defRPr sz="1875" b="1">
                <a:solidFill>
                  <a:srgbClr val="FFFFFF"/>
                </a:solidFill>
                <a:latin typeface="Arial"/>
                <a:ea typeface="Arial"/>
                <a:cs typeface="Arial"/>
              </a:defRPr>
            </a:pPr>
            <a:r>
              <a:rPr sz="1875" b="1">
                <a:solidFill>
                  <a:srgbClr val="FFFFFF"/>
                </a:solidFill>
                <a:latin typeface="Arial"/>
                <a:ea typeface="Arial"/>
                <a:cs typeface="Arial"/>
              </a:rPr>
              <a:t>Captura local y sincronización posterior, sin duplicar registros.</a:t>
            </a:r>
          </a:p>
        </p:txBody>
      </p:sp>
      <p:sp>
        <p:nvSpPr>
          <p:cNvPr id="15" name="">
            <a:extLst xmlns:a="http://schemas.openxmlformats.org/drawingml/2006/main">
              <a:ext uri="{FF2B5EF4-FFF2-40B4-BE49-F238E27FC236}">
                <a16:creationId xmlns:a16="http://schemas.microsoft.com/office/drawing/2014/main" id="{09E15F54-CE6B-4D91-9FD9-B44B54E376EC}"/>
              </a:ext>
            </a:extLst>
          </p:cNvPr>
          <p:cNvSpPr>
            <a:spLocks xmlns:a="http://schemas.openxmlformats.org/drawingml/2006/main" noGrp="1"/>
          </p:cNvSpPr>
          <p:nvPr/>
        </p:nvSpPr>
        <p:spPr>
          <a:xfrm xmlns:a="http://schemas.openxmlformats.org/drawingml/2006/main">
            <a:off x="685800" y="649605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a:solidFill>
                  <a:srgbClr val="60738A"/>
                </a:solidFill>
                <a:latin typeface="Arial"/>
                <a:ea typeface="Arial"/>
                <a:cs typeface="Arial"/>
              </a:defRPr>
            </a:defPPr>
          </a:lstStyle>
          <a:p xmlns:a="http://schemas.openxmlformats.org/drawingml/2006/main">
            <a:pPr>
              <a:buNone/>
              <a:defRPr sz="825">
                <a:solidFill>
                  <a:srgbClr val="60738A"/>
                </a:solidFill>
                <a:latin typeface="Arial"/>
                <a:ea typeface="Arial"/>
                <a:cs typeface="Arial"/>
              </a:defRPr>
            </a:pPr>
            <a:r>
              <a:rPr sz="825">
                <a:solidFill>
                  <a:srgbClr val="60738A"/>
                </a:solidFill>
                <a:latin typeface="Arial"/>
                <a:ea typeface="Arial"/>
                <a:cs typeface="Arial"/>
              </a:rPr>
              <a:t>Terreno Conectado · Avance Fase 2</a:t>
            </a:r>
          </a:p>
        </p:txBody>
      </p:sp>
      <p:sp>
        <p:nvSpPr>
          <p:cNvPr id="16" name="">
            <a:extLst xmlns:a="http://schemas.openxmlformats.org/drawingml/2006/main">
              <a:ext uri="{FF2B5EF4-FFF2-40B4-BE49-F238E27FC236}">
                <a16:creationId xmlns:a16="http://schemas.microsoft.com/office/drawing/2014/main" id="{AE818AEC-5188-491E-AF44-AF9F1984EEED}"/>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60738A"/>
                </a:solidFill>
                <a:latin typeface="Arial"/>
                <a:ea typeface="Arial"/>
                <a:cs typeface="Arial"/>
              </a:defRPr>
            </a:defPPr>
          </a:lstStyle>
          <a:p xmlns:a="http://schemas.openxmlformats.org/drawingml/2006/main">
            <a:pPr>
              <a:buNone/>
              <a:defRPr sz="825" b="1">
                <a:solidFill>
                  <a:srgbClr val="60738A"/>
                </a:solidFill>
                <a:latin typeface="Arial"/>
                <a:ea typeface="Arial"/>
                <a:cs typeface="Arial"/>
              </a:defRPr>
            </a:pPr>
            <a:r>
              <a:rPr sz="825" b="1">
                <a:solidFill>
                  <a:srgbClr val="60738A"/>
                </a:solidFill>
                <a:latin typeface="Arial"/>
                <a:ea typeface="Arial"/>
                <a:cs typeface="Arial"/>
              </a:rPr>
              <a:t>02</a:t>
            </a:r>
          </a:p>
        </p:txBody>
      </p:sp>
    </p:spTree>
    <p:extLst>
      <p:ext uri="{BB962C8B-B14F-4D97-AF65-F5344CB8AC3E}">
        <p14:creationId xmlns:p14="http://schemas.microsoft.com/office/powerpoint/2010/main" val="16425895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16C1EE8-08CD-49A8-AF87-767852122DC6}"/>
              </a:ext>
            </a:extLst>
          </p:cNvPr>
          <p:cNvSpPr>
            <a:spLocks xmlns:a="http://schemas.openxmlformats.org/drawingml/2006/main" noGrp="1"/>
          </p:cNvSpPr>
          <p:nvPr/>
        </p:nvSpPr>
        <p:spPr>
          <a:xfrm xmlns:a="http://schemas.openxmlformats.org/drawingml/2006/main">
            <a:off x="685800" y="4000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16B8B1"/>
                </a:solidFill>
                <a:latin typeface="Arial"/>
                <a:ea typeface="Arial"/>
                <a:cs typeface="Arial"/>
              </a:defRPr>
            </a:defPPr>
          </a:lstStyle>
          <a:p xmlns:a="http://schemas.openxmlformats.org/drawingml/2006/main">
            <a:pPr>
              <a:buNone/>
              <a:defRPr sz="900" b="1">
                <a:solidFill>
                  <a:srgbClr val="16B8B1"/>
                </a:solidFill>
                <a:latin typeface="Arial"/>
                <a:ea typeface="Arial"/>
                <a:cs typeface="Arial"/>
              </a:defRPr>
            </a:pPr>
            <a:r>
              <a:rPr sz="900" b="1">
                <a:solidFill>
                  <a:srgbClr val="16B8B1"/>
                </a:solidFill>
                <a:latin typeface="Arial"/>
                <a:ea typeface="Arial"/>
                <a:cs typeface="Arial"/>
              </a:rPr>
              <a:t>FASE 2</a:t>
            </a:r>
          </a:p>
        </p:txBody>
      </p:sp>
      <p:sp>
        <p:nvSpPr>
          <p:cNvPr id="2" name="">
            <a:extLst xmlns:a="http://schemas.openxmlformats.org/drawingml/2006/main">
              <a:ext uri="{FF2B5EF4-FFF2-40B4-BE49-F238E27FC236}">
                <a16:creationId xmlns:a16="http://schemas.microsoft.com/office/drawing/2014/main" id="{01509B9F-EF01-4E2B-827C-86DB22B4E501}"/>
              </a:ext>
            </a:extLst>
          </p:cNvPr>
          <p:cNvSpPr>
            <a:spLocks xmlns:a="http://schemas.openxmlformats.org/drawingml/2006/main" noGrp="1"/>
          </p:cNvSpPr>
          <p:nvPr/>
        </p:nvSpPr>
        <p:spPr>
          <a:xfrm xmlns:a="http://schemas.openxmlformats.org/drawingml/2006/main">
            <a:off x="685800" y="723900"/>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52238"/>
                </a:solidFill>
                <a:latin typeface="Arial"/>
                <a:ea typeface="Arial"/>
                <a:cs typeface="Arial"/>
              </a:defRPr>
            </a:defPPr>
          </a:lstStyle>
          <a:p xmlns:a="http://schemas.openxmlformats.org/drawingml/2006/main">
            <a:pPr>
              <a:buNone/>
              <a:defRPr sz="2550" b="1">
                <a:solidFill>
                  <a:srgbClr val="152238"/>
                </a:solidFill>
                <a:latin typeface="Arial"/>
                <a:ea typeface="Arial"/>
                <a:cs typeface="Arial"/>
              </a:defRPr>
            </a:pPr>
            <a:r>
              <a:rPr sz="2550" b="1">
                <a:solidFill>
                  <a:srgbClr val="152238"/>
                </a:solidFill>
                <a:latin typeface="Arial"/>
                <a:ea typeface="Arial"/>
                <a:cs typeface="Arial"/>
              </a:rPr>
              <a:t>Alcance funcional implementado</a:t>
            </a:r>
          </a:p>
        </p:txBody>
      </p:sp>
      <p:sp>
        <p:nvSpPr>
          <p:cNvPr id="3" name="">
            <a:extLst xmlns:a="http://schemas.openxmlformats.org/drawingml/2006/main">
              <a:ext uri="{FF2B5EF4-FFF2-40B4-BE49-F238E27FC236}">
                <a16:creationId xmlns:a16="http://schemas.microsoft.com/office/drawing/2014/main" id="{640BE366-2784-421A-9CD5-8DDF71E45E07}"/>
              </a:ext>
            </a:extLst>
          </p:cNvPr>
          <p:cNvSpPr>
            <a:spLocks xmlns:a="http://schemas.openxmlformats.org/drawingml/2006/main" noGrp="1"/>
          </p:cNvSpPr>
          <p:nvPr/>
        </p:nvSpPr>
        <p:spPr>
          <a:xfrm xmlns:a="http://schemas.openxmlformats.org/drawingml/2006/main">
            <a:off x="685800" y="1333500"/>
            <a:ext cx="685800" cy="38100"/>
          </a:xfrm>
          <a:prstGeom xmlns:a="http://schemas.openxmlformats.org/drawingml/2006/main" prst="rect">
            <a:avLst/>
          </a:prstGeom>
          <a:solidFill xmlns:a="http://schemas.openxmlformats.org/drawingml/2006/main">
            <a:srgbClr val="16B8B1"/>
          </a:solidFill>
          <a:ln xmlns:a="http://schemas.openxmlformats.org/drawingml/2006/main" w="9525">
            <a:solidFill>
              <a:srgbClr val="16B8B1"/>
            </a:solidFill>
            <a:prstDash val="solid"/>
          </a:ln>
        </p:spPr>
      </p:sp>
      <p:sp>
        <p:nvSpPr>
          <p:cNvPr id="4" name="">
            <a:extLst xmlns:a="http://schemas.openxmlformats.org/drawingml/2006/main">
              <a:ext uri="{FF2B5EF4-FFF2-40B4-BE49-F238E27FC236}">
                <a16:creationId xmlns:a16="http://schemas.microsoft.com/office/drawing/2014/main" id="{7CC98AAE-3EE4-403B-9586-7EA363894B33}"/>
              </a:ext>
            </a:extLst>
          </p:cNvPr>
          <p:cNvSpPr>
            <a:spLocks xmlns:a="http://schemas.openxmlformats.org/drawingml/2006/main" noGrp="1"/>
          </p:cNvSpPr>
          <p:nvPr/>
        </p:nvSpPr>
        <p:spPr>
          <a:xfrm xmlns:a="http://schemas.openxmlformats.org/drawingml/2006/main">
            <a:off x="685800" y="1809750"/>
            <a:ext cx="4953000" cy="1352550"/>
          </a:xfrm>
          <a:prstGeom xmlns:a="http://schemas.openxmlformats.org/drawingml/2006/main" prst="roundRect">
            <a:avLst>
              <a:gd name="adj" fmla="val 8451"/>
            </a:avLst>
          </a:prstGeom>
          <a:solidFill xmlns:a="http://schemas.openxmlformats.org/drawingml/2006/main">
            <a:srgbClr val="DDF5F3"/>
          </a:solidFill>
          <a:ln xmlns:a="http://schemas.openxmlformats.org/drawingml/2006/main" w="9525">
            <a:solidFill>
              <a:srgbClr val="D8E1E9"/>
            </a:solidFill>
            <a:prstDash val="solid"/>
          </a:ln>
        </p:spPr>
      </p:sp>
      <p:sp>
        <p:nvSpPr>
          <p:cNvPr id="5" name="">
            <a:extLst xmlns:a="http://schemas.openxmlformats.org/drawingml/2006/main">
              <a:ext uri="{FF2B5EF4-FFF2-40B4-BE49-F238E27FC236}">
                <a16:creationId xmlns:a16="http://schemas.microsoft.com/office/drawing/2014/main" id="{10417363-9440-4012-844D-487C194D607D}"/>
              </a:ext>
            </a:extLst>
          </p:cNvPr>
          <p:cNvSpPr>
            <a:spLocks xmlns:a="http://schemas.openxmlformats.org/drawingml/2006/main" noGrp="1"/>
          </p:cNvSpPr>
          <p:nvPr/>
        </p:nvSpPr>
        <p:spPr>
          <a:xfrm xmlns:a="http://schemas.openxmlformats.org/drawingml/2006/main">
            <a:off x="990600" y="20764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152238"/>
                </a:solidFill>
                <a:latin typeface="Arial"/>
                <a:ea typeface="Arial"/>
                <a:cs typeface="Arial"/>
              </a:defRPr>
            </a:defPPr>
          </a:lstStyle>
          <a:p xmlns:a="http://schemas.openxmlformats.org/drawingml/2006/main">
            <a:pPr>
              <a:buNone/>
              <a:defRPr sz="1725" b="1">
                <a:solidFill>
                  <a:srgbClr val="152238"/>
                </a:solidFill>
                <a:latin typeface="Arial"/>
                <a:ea typeface="Arial"/>
                <a:cs typeface="Arial"/>
              </a:defRPr>
            </a:pPr>
            <a:r>
              <a:rPr sz="1725" b="1">
                <a:solidFill>
                  <a:srgbClr val="152238"/>
                </a:solidFill>
                <a:latin typeface="Arial"/>
                <a:ea typeface="Arial"/>
                <a:cs typeface="Arial"/>
              </a:rPr>
              <a:t>Captura offline</a:t>
            </a:r>
          </a:p>
        </p:txBody>
      </p:sp>
      <p:sp>
        <p:nvSpPr>
          <p:cNvPr id="6" name="">
            <a:extLst xmlns:a="http://schemas.openxmlformats.org/drawingml/2006/main">
              <a:ext uri="{FF2B5EF4-FFF2-40B4-BE49-F238E27FC236}">
                <a16:creationId xmlns:a16="http://schemas.microsoft.com/office/drawing/2014/main" id="{F4C88A19-1D38-4937-9091-CE2AA41188E6}"/>
              </a:ext>
            </a:extLst>
          </p:cNvPr>
          <p:cNvSpPr>
            <a:spLocks xmlns:a="http://schemas.openxmlformats.org/drawingml/2006/main" noGrp="1"/>
          </p:cNvSpPr>
          <p:nvPr/>
        </p:nvSpPr>
        <p:spPr>
          <a:xfrm xmlns:a="http://schemas.openxmlformats.org/drawingml/2006/main">
            <a:off x="990600" y="24955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60738A"/>
                </a:solidFill>
                <a:latin typeface="Arial"/>
                <a:ea typeface="Arial"/>
                <a:cs typeface="Arial"/>
              </a:defRPr>
            </a:defPPr>
          </a:lstStyle>
          <a:p xmlns:a="http://schemas.openxmlformats.org/drawingml/2006/main">
            <a:pPr>
              <a:buNone/>
              <a:defRPr sz="1275">
                <a:solidFill>
                  <a:srgbClr val="60738A"/>
                </a:solidFill>
                <a:latin typeface="Arial"/>
                <a:ea typeface="Arial"/>
                <a:cs typeface="Arial"/>
              </a:defRPr>
            </a:pPr>
            <a:r>
              <a:rPr sz="1275">
                <a:solidFill>
                  <a:srgbClr val="60738A"/>
                </a:solidFill>
                <a:latin typeface="Arial"/>
                <a:ea typeface="Arial"/>
                <a:cs typeface="Arial"/>
              </a:rPr>
              <a:t>Inspecciones, respuestas, fotos y borradores persisten en IndexedDB.</a:t>
            </a:r>
          </a:p>
        </p:txBody>
      </p:sp>
      <p:sp>
        <p:nvSpPr>
          <p:cNvPr id="7" name="">
            <a:extLst xmlns:a="http://schemas.openxmlformats.org/drawingml/2006/main">
              <a:ext uri="{FF2B5EF4-FFF2-40B4-BE49-F238E27FC236}">
                <a16:creationId xmlns:a16="http://schemas.microsoft.com/office/drawing/2014/main" id="{B1BF5C83-F5D3-4D6C-B64D-4DD53F01A68D}"/>
              </a:ext>
            </a:extLst>
          </p:cNvPr>
          <p:cNvSpPr>
            <a:spLocks xmlns:a="http://schemas.openxmlformats.org/drawingml/2006/main" noGrp="1"/>
          </p:cNvSpPr>
          <p:nvPr/>
        </p:nvSpPr>
        <p:spPr>
          <a:xfrm xmlns:a="http://schemas.openxmlformats.org/drawingml/2006/main">
            <a:off x="6076950" y="1809750"/>
            <a:ext cx="4953000" cy="1352550"/>
          </a:xfrm>
          <a:prstGeom xmlns:a="http://schemas.openxmlformats.org/drawingml/2006/main" prst="roundRect">
            <a:avLst>
              <a:gd name="adj" fmla="val 8451"/>
            </a:avLst>
          </a:prstGeom>
          <a:solidFill xmlns:a="http://schemas.openxmlformats.org/drawingml/2006/main">
            <a:srgbClr val="F4F7FA"/>
          </a:solidFill>
          <a:ln xmlns:a="http://schemas.openxmlformats.org/drawingml/2006/main" w="9525">
            <a:solidFill>
              <a:srgbClr val="D8E1E9"/>
            </a:solidFill>
            <a:prstDash val="solid"/>
          </a:ln>
        </p:spPr>
      </p:sp>
      <p:sp>
        <p:nvSpPr>
          <p:cNvPr id="8" name="">
            <a:extLst xmlns:a="http://schemas.openxmlformats.org/drawingml/2006/main">
              <a:ext uri="{FF2B5EF4-FFF2-40B4-BE49-F238E27FC236}">
                <a16:creationId xmlns:a16="http://schemas.microsoft.com/office/drawing/2014/main" id="{BB1C7C21-EC40-456B-AE76-6D9B130D9650}"/>
              </a:ext>
            </a:extLst>
          </p:cNvPr>
          <p:cNvSpPr>
            <a:spLocks xmlns:a="http://schemas.openxmlformats.org/drawingml/2006/main" noGrp="1"/>
          </p:cNvSpPr>
          <p:nvPr/>
        </p:nvSpPr>
        <p:spPr>
          <a:xfrm xmlns:a="http://schemas.openxmlformats.org/drawingml/2006/main">
            <a:off x="6381750" y="20764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152238"/>
                </a:solidFill>
                <a:latin typeface="Arial"/>
                <a:ea typeface="Arial"/>
                <a:cs typeface="Arial"/>
              </a:defRPr>
            </a:defPPr>
          </a:lstStyle>
          <a:p xmlns:a="http://schemas.openxmlformats.org/drawingml/2006/main">
            <a:pPr>
              <a:buNone/>
              <a:defRPr sz="1725" b="1">
                <a:solidFill>
                  <a:srgbClr val="152238"/>
                </a:solidFill>
                <a:latin typeface="Arial"/>
                <a:ea typeface="Arial"/>
                <a:cs typeface="Arial"/>
              </a:defRPr>
            </a:pPr>
            <a:r>
              <a:rPr sz="1725" b="1">
                <a:solidFill>
                  <a:srgbClr val="152238"/>
                </a:solidFill>
                <a:latin typeface="Arial"/>
                <a:ea typeface="Arial"/>
                <a:cs typeface="Arial"/>
              </a:rPr>
              <a:t>Sincronización</a:t>
            </a:r>
          </a:p>
        </p:txBody>
      </p:sp>
      <p:sp>
        <p:nvSpPr>
          <p:cNvPr id="9" name="">
            <a:extLst xmlns:a="http://schemas.openxmlformats.org/drawingml/2006/main">
              <a:ext uri="{FF2B5EF4-FFF2-40B4-BE49-F238E27FC236}">
                <a16:creationId xmlns:a16="http://schemas.microsoft.com/office/drawing/2014/main" id="{48C92F4B-1A1E-42B2-B390-2F411F37601B}"/>
              </a:ext>
            </a:extLst>
          </p:cNvPr>
          <p:cNvSpPr>
            <a:spLocks xmlns:a="http://schemas.openxmlformats.org/drawingml/2006/main" noGrp="1"/>
          </p:cNvSpPr>
          <p:nvPr/>
        </p:nvSpPr>
        <p:spPr>
          <a:xfrm xmlns:a="http://schemas.openxmlformats.org/drawingml/2006/main">
            <a:off x="6381750" y="24955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60738A"/>
                </a:solidFill>
                <a:latin typeface="Arial"/>
                <a:ea typeface="Arial"/>
                <a:cs typeface="Arial"/>
              </a:defRPr>
            </a:defPPr>
          </a:lstStyle>
          <a:p xmlns:a="http://schemas.openxmlformats.org/drawingml/2006/main">
            <a:pPr>
              <a:buNone/>
              <a:defRPr sz="1275">
                <a:solidFill>
                  <a:srgbClr val="60738A"/>
                </a:solidFill>
                <a:latin typeface="Arial"/>
                <a:ea typeface="Arial"/>
                <a:cs typeface="Arial"/>
              </a:defRPr>
            </a:pPr>
            <a:r>
              <a:rPr sz="1275">
                <a:solidFill>
                  <a:srgbClr val="60738A"/>
                </a:solidFill>
                <a:latin typeface="Arial"/>
                <a:ea typeface="Arial"/>
                <a:cs typeface="Arial"/>
              </a:rPr>
              <a:t>La cola reintenta al reconectar y evita duplicados por idempotencia.</a:t>
            </a:r>
          </a:p>
        </p:txBody>
      </p:sp>
      <p:sp>
        <p:nvSpPr>
          <p:cNvPr id="10" name="">
            <a:extLst xmlns:a="http://schemas.openxmlformats.org/drawingml/2006/main">
              <a:ext uri="{FF2B5EF4-FFF2-40B4-BE49-F238E27FC236}">
                <a16:creationId xmlns:a16="http://schemas.microsoft.com/office/drawing/2014/main" id="{3109483C-22D3-46CC-8179-692BB1B584F6}"/>
              </a:ext>
            </a:extLst>
          </p:cNvPr>
          <p:cNvSpPr>
            <a:spLocks xmlns:a="http://schemas.openxmlformats.org/drawingml/2006/main" noGrp="1"/>
          </p:cNvSpPr>
          <p:nvPr/>
        </p:nvSpPr>
        <p:spPr>
          <a:xfrm xmlns:a="http://schemas.openxmlformats.org/drawingml/2006/main">
            <a:off x="685800" y="3600450"/>
            <a:ext cx="4953000" cy="1352550"/>
          </a:xfrm>
          <a:prstGeom xmlns:a="http://schemas.openxmlformats.org/drawingml/2006/main" prst="roundRect">
            <a:avLst>
              <a:gd name="adj" fmla="val 8451"/>
            </a:avLst>
          </a:prstGeom>
          <a:solidFill xmlns:a="http://schemas.openxmlformats.org/drawingml/2006/main">
            <a:srgbClr val="F4F7FA"/>
          </a:solidFill>
          <a:ln xmlns:a="http://schemas.openxmlformats.org/drawingml/2006/main" w="9525">
            <a:solidFill>
              <a:srgbClr val="D8E1E9"/>
            </a:solidFill>
            <a:prstDash val="solid"/>
          </a:ln>
        </p:spPr>
      </p:sp>
      <p:sp>
        <p:nvSpPr>
          <p:cNvPr id="11" name="">
            <a:extLst xmlns:a="http://schemas.openxmlformats.org/drawingml/2006/main">
              <a:ext uri="{FF2B5EF4-FFF2-40B4-BE49-F238E27FC236}">
                <a16:creationId xmlns:a16="http://schemas.microsoft.com/office/drawing/2014/main" id="{12DAE332-1A77-4835-B776-FB794363FCEC}"/>
              </a:ext>
            </a:extLst>
          </p:cNvPr>
          <p:cNvSpPr>
            <a:spLocks xmlns:a="http://schemas.openxmlformats.org/drawingml/2006/main" noGrp="1"/>
          </p:cNvSpPr>
          <p:nvPr/>
        </p:nvSpPr>
        <p:spPr>
          <a:xfrm xmlns:a="http://schemas.openxmlformats.org/drawingml/2006/main">
            <a:off x="990600" y="38671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152238"/>
                </a:solidFill>
                <a:latin typeface="Arial"/>
                <a:ea typeface="Arial"/>
                <a:cs typeface="Arial"/>
              </a:defRPr>
            </a:defPPr>
          </a:lstStyle>
          <a:p xmlns:a="http://schemas.openxmlformats.org/drawingml/2006/main">
            <a:pPr>
              <a:buNone/>
              <a:defRPr sz="1725" b="1">
                <a:solidFill>
                  <a:srgbClr val="152238"/>
                </a:solidFill>
                <a:latin typeface="Arial"/>
                <a:ea typeface="Arial"/>
                <a:cs typeface="Arial"/>
              </a:defRPr>
            </a:pPr>
            <a:r>
              <a:rPr sz="1725" b="1">
                <a:solidFill>
                  <a:srgbClr val="152238"/>
                </a:solidFill>
                <a:latin typeface="Arial"/>
                <a:ea typeface="Arial"/>
                <a:cs typeface="Arial"/>
              </a:rPr>
              <a:t>Gestión</a:t>
            </a:r>
          </a:p>
        </p:txBody>
      </p:sp>
      <p:sp>
        <p:nvSpPr>
          <p:cNvPr id="12" name="">
            <a:extLst xmlns:a="http://schemas.openxmlformats.org/drawingml/2006/main">
              <a:ext uri="{FF2B5EF4-FFF2-40B4-BE49-F238E27FC236}">
                <a16:creationId xmlns:a16="http://schemas.microsoft.com/office/drawing/2014/main" id="{0575C4F4-606F-48CF-BF16-2B29235959D9}"/>
              </a:ext>
            </a:extLst>
          </p:cNvPr>
          <p:cNvSpPr>
            <a:spLocks xmlns:a="http://schemas.openxmlformats.org/drawingml/2006/main" noGrp="1"/>
          </p:cNvSpPr>
          <p:nvPr/>
        </p:nvSpPr>
        <p:spPr>
          <a:xfrm xmlns:a="http://schemas.openxmlformats.org/drawingml/2006/main">
            <a:off x="990600" y="42862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60738A"/>
                </a:solidFill>
                <a:latin typeface="Arial"/>
                <a:ea typeface="Arial"/>
                <a:cs typeface="Arial"/>
              </a:defRPr>
            </a:defPPr>
          </a:lstStyle>
          <a:p xmlns:a="http://schemas.openxmlformats.org/drawingml/2006/main">
            <a:pPr>
              <a:buNone/>
              <a:defRPr sz="1275">
                <a:solidFill>
                  <a:srgbClr val="60738A"/>
                </a:solidFill>
                <a:latin typeface="Arial"/>
                <a:ea typeface="Arial"/>
                <a:cs typeface="Arial"/>
              </a:defRPr>
            </a:pPr>
            <a:r>
              <a:rPr sz="1275">
                <a:solidFill>
                  <a:srgbClr val="60738A"/>
                </a:solidFill>
                <a:latin typeface="Arial"/>
                <a:ea typeface="Arial"/>
                <a:cs typeface="Arial"/>
              </a:rPr>
              <a:t>Importación Excel, plantillas versionadas y asignaciones por faena y rol.</a:t>
            </a:r>
          </a:p>
        </p:txBody>
      </p:sp>
      <p:sp>
        <p:nvSpPr>
          <p:cNvPr id="13" name="">
            <a:extLst xmlns:a="http://schemas.openxmlformats.org/drawingml/2006/main">
              <a:ext uri="{FF2B5EF4-FFF2-40B4-BE49-F238E27FC236}">
                <a16:creationId xmlns:a16="http://schemas.microsoft.com/office/drawing/2014/main" id="{CD62B5EC-B62C-4BC7-9EB9-728311AEE4C1}"/>
              </a:ext>
            </a:extLst>
          </p:cNvPr>
          <p:cNvSpPr>
            <a:spLocks xmlns:a="http://schemas.openxmlformats.org/drawingml/2006/main" noGrp="1"/>
          </p:cNvSpPr>
          <p:nvPr/>
        </p:nvSpPr>
        <p:spPr>
          <a:xfrm xmlns:a="http://schemas.openxmlformats.org/drawingml/2006/main">
            <a:off x="6076950" y="3600450"/>
            <a:ext cx="4953000" cy="1352550"/>
          </a:xfrm>
          <a:prstGeom xmlns:a="http://schemas.openxmlformats.org/drawingml/2006/main" prst="roundRect">
            <a:avLst>
              <a:gd name="adj" fmla="val 8451"/>
            </a:avLst>
          </a:prstGeom>
          <a:solidFill xmlns:a="http://schemas.openxmlformats.org/drawingml/2006/main">
            <a:srgbClr val="F4F7FA"/>
          </a:solidFill>
          <a:ln xmlns:a="http://schemas.openxmlformats.org/drawingml/2006/main" w="9525">
            <a:solidFill>
              <a:srgbClr val="D8E1E9"/>
            </a:solidFill>
            <a:prstDash val="solid"/>
          </a:ln>
        </p:spPr>
      </p:sp>
      <p:sp>
        <p:nvSpPr>
          <p:cNvPr id="14" name="">
            <a:extLst xmlns:a="http://schemas.openxmlformats.org/drawingml/2006/main">
              <a:ext uri="{FF2B5EF4-FFF2-40B4-BE49-F238E27FC236}">
                <a16:creationId xmlns:a16="http://schemas.microsoft.com/office/drawing/2014/main" id="{0C4892B9-ECC0-4E0F-B85D-3EFDE567FA80}"/>
              </a:ext>
            </a:extLst>
          </p:cNvPr>
          <p:cNvSpPr>
            <a:spLocks xmlns:a="http://schemas.openxmlformats.org/drawingml/2006/main" noGrp="1"/>
          </p:cNvSpPr>
          <p:nvPr/>
        </p:nvSpPr>
        <p:spPr>
          <a:xfrm xmlns:a="http://schemas.openxmlformats.org/drawingml/2006/main">
            <a:off x="6381750" y="38671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152238"/>
                </a:solidFill>
                <a:latin typeface="Arial"/>
                <a:ea typeface="Arial"/>
                <a:cs typeface="Arial"/>
              </a:defRPr>
            </a:defPPr>
          </a:lstStyle>
          <a:p xmlns:a="http://schemas.openxmlformats.org/drawingml/2006/main">
            <a:pPr>
              <a:buNone/>
              <a:defRPr sz="1725" b="1">
                <a:solidFill>
                  <a:srgbClr val="152238"/>
                </a:solidFill>
                <a:latin typeface="Arial"/>
                <a:ea typeface="Arial"/>
                <a:cs typeface="Arial"/>
              </a:defRPr>
            </a:pPr>
            <a:r>
              <a:rPr sz="1725" b="1">
                <a:solidFill>
                  <a:srgbClr val="152238"/>
                </a:solidFill>
                <a:latin typeface="Arial"/>
                <a:ea typeface="Arial"/>
                <a:cs typeface="Arial"/>
              </a:rPr>
              <a:t>Seguridad</a:t>
            </a:r>
          </a:p>
        </p:txBody>
      </p:sp>
      <p:sp>
        <p:nvSpPr>
          <p:cNvPr id="15" name="">
            <a:extLst xmlns:a="http://schemas.openxmlformats.org/drawingml/2006/main">
              <a:ext uri="{FF2B5EF4-FFF2-40B4-BE49-F238E27FC236}">
                <a16:creationId xmlns:a16="http://schemas.microsoft.com/office/drawing/2014/main" id="{5A8B318E-870E-45CD-B30B-1D728AC10ED1}"/>
              </a:ext>
            </a:extLst>
          </p:cNvPr>
          <p:cNvSpPr>
            <a:spLocks xmlns:a="http://schemas.openxmlformats.org/drawingml/2006/main" noGrp="1"/>
          </p:cNvSpPr>
          <p:nvPr/>
        </p:nvSpPr>
        <p:spPr>
          <a:xfrm xmlns:a="http://schemas.openxmlformats.org/drawingml/2006/main">
            <a:off x="6381750" y="42862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60738A"/>
                </a:solidFill>
                <a:latin typeface="Arial"/>
                <a:ea typeface="Arial"/>
                <a:cs typeface="Arial"/>
              </a:defRPr>
            </a:defPPr>
          </a:lstStyle>
          <a:p xmlns:a="http://schemas.openxmlformats.org/drawingml/2006/main">
            <a:pPr>
              <a:buNone/>
              <a:defRPr sz="1275">
                <a:solidFill>
                  <a:srgbClr val="60738A"/>
                </a:solidFill>
                <a:latin typeface="Arial"/>
                <a:ea typeface="Arial"/>
                <a:cs typeface="Arial"/>
              </a:defRPr>
            </a:pPr>
            <a:r>
              <a:rPr sz="1275">
                <a:solidFill>
                  <a:srgbClr val="60738A"/>
                </a:solidFill>
                <a:latin typeface="Arial"/>
                <a:ea typeface="Arial"/>
                <a:cs typeface="Arial"/>
              </a:rPr>
              <a:t>JWT, roles y aislamiento multiempresa con RLS en PostgreSQL.</a:t>
            </a:r>
          </a:p>
        </p:txBody>
      </p:sp>
      <p:sp>
        <p:nvSpPr>
          <p:cNvPr id="16" name="">
            <a:extLst xmlns:a="http://schemas.openxmlformats.org/drawingml/2006/main">
              <a:ext uri="{FF2B5EF4-FFF2-40B4-BE49-F238E27FC236}">
                <a16:creationId xmlns:a16="http://schemas.microsoft.com/office/drawing/2014/main" id="{B0A472C5-2866-4DBC-9B2B-65D0D54B4998}"/>
              </a:ext>
            </a:extLst>
          </p:cNvPr>
          <p:cNvSpPr>
            <a:spLocks xmlns:a="http://schemas.openxmlformats.org/drawingml/2006/main" noGrp="1"/>
          </p:cNvSpPr>
          <p:nvPr/>
        </p:nvSpPr>
        <p:spPr>
          <a:xfrm xmlns:a="http://schemas.openxmlformats.org/drawingml/2006/main">
            <a:off x="685800" y="565785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15F96"/>
                </a:solidFill>
                <a:latin typeface="Arial"/>
                <a:ea typeface="Arial"/>
                <a:cs typeface="Arial"/>
              </a:defRPr>
            </a:defPPr>
          </a:lstStyle>
          <a:p xmlns:a="http://schemas.openxmlformats.org/drawingml/2006/main">
            <a:pPr>
              <a:buNone/>
              <a:defRPr sz="1500">
                <a:solidFill>
                  <a:srgbClr val="315F96"/>
                </a:solidFill>
                <a:latin typeface="Arial"/>
                <a:ea typeface="Arial"/>
                <a:cs typeface="Arial"/>
              </a:defRPr>
            </a:pPr>
            <a:r>
              <a:rPr sz="1500">
                <a:solidFill>
                  <a:srgbClr val="315F96"/>
                </a:solidFill>
                <a:latin typeface="Arial"/>
                <a:ea typeface="Arial"/>
                <a:cs typeface="Arial"/>
              </a:rPr>
              <a:t>El trabajador sólo recibe las plantillas asignadas a su faena y rol.</a:t>
            </a:r>
          </a:p>
        </p:txBody>
      </p:sp>
      <p:sp>
        <p:nvSpPr>
          <p:cNvPr id="17" name="">
            <a:extLst xmlns:a="http://schemas.openxmlformats.org/drawingml/2006/main">
              <a:ext uri="{FF2B5EF4-FFF2-40B4-BE49-F238E27FC236}">
                <a16:creationId xmlns:a16="http://schemas.microsoft.com/office/drawing/2014/main" id="{EE482D88-EDE8-4ACB-B34F-4A7D5F9E7A3E}"/>
              </a:ext>
            </a:extLst>
          </p:cNvPr>
          <p:cNvSpPr>
            <a:spLocks xmlns:a="http://schemas.openxmlformats.org/drawingml/2006/main" noGrp="1"/>
          </p:cNvSpPr>
          <p:nvPr/>
        </p:nvSpPr>
        <p:spPr>
          <a:xfrm xmlns:a="http://schemas.openxmlformats.org/drawingml/2006/main">
            <a:off x="685800" y="649605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a:solidFill>
                  <a:srgbClr val="60738A"/>
                </a:solidFill>
                <a:latin typeface="Arial"/>
                <a:ea typeface="Arial"/>
                <a:cs typeface="Arial"/>
              </a:defRPr>
            </a:defPPr>
          </a:lstStyle>
          <a:p xmlns:a="http://schemas.openxmlformats.org/drawingml/2006/main">
            <a:pPr>
              <a:buNone/>
              <a:defRPr sz="825">
                <a:solidFill>
                  <a:srgbClr val="60738A"/>
                </a:solidFill>
                <a:latin typeface="Arial"/>
                <a:ea typeface="Arial"/>
                <a:cs typeface="Arial"/>
              </a:defRPr>
            </a:pPr>
            <a:r>
              <a:rPr sz="825">
                <a:solidFill>
                  <a:srgbClr val="60738A"/>
                </a:solidFill>
                <a:latin typeface="Arial"/>
                <a:ea typeface="Arial"/>
                <a:cs typeface="Arial"/>
              </a:rPr>
              <a:t>Terreno Conectado · Avance Fase 2</a:t>
            </a:r>
          </a:p>
        </p:txBody>
      </p:sp>
      <p:sp>
        <p:nvSpPr>
          <p:cNvPr id="18" name="">
            <a:extLst xmlns:a="http://schemas.openxmlformats.org/drawingml/2006/main">
              <a:ext uri="{FF2B5EF4-FFF2-40B4-BE49-F238E27FC236}">
                <a16:creationId xmlns:a16="http://schemas.microsoft.com/office/drawing/2014/main" id="{4F8E37DC-9A10-4505-8115-CC7B0C7A7499}"/>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60738A"/>
                </a:solidFill>
                <a:latin typeface="Arial"/>
                <a:ea typeface="Arial"/>
                <a:cs typeface="Arial"/>
              </a:defRPr>
            </a:defPPr>
          </a:lstStyle>
          <a:p xmlns:a="http://schemas.openxmlformats.org/drawingml/2006/main">
            <a:pPr>
              <a:buNone/>
              <a:defRPr sz="825" b="1">
                <a:solidFill>
                  <a:srgbClr val="60738A"/>
                </a:solidFill>
                <a:latin typeface="Arial"/>
                <a:ea typeface="Arial"/>
                <a:cs typeface="Arial"/>
              </a:defRPr>
            </a:pPr>
            <a:r>
              <a:rPr sz="825" b="1">
                <a:solidFill>
                  <a:srgbClr val="60738A"/>
                </a:solidFill>
                <a:latin typeface="Arial"/>
                <a:ea typeface="Arial"/>
                <a:cs typeface="Arial"/>
              </a:rPr>
              <a:t>03</a:t>
            </a:r>
          </a:p>
        </p:txBody>
      </p:sp>
    </p:spTree>
    <p:extLst>
      <p:ext uri="{BB962C8B-B14F-4D97-AF65-F5344CB8AC3E}">
        <p14:creationId xmlns:p14="http://schemas.microsoft.com/office/powerpoint/2010/main" val="783974379"/>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35ECB478-24AB-404B-A954-A24667CADCDD}"/>
              </a:ext>
            </a:extLst>
          </p:cNvPr>
          <p:cNvSpPr>
            <a:spLocks xmlns:a="http://schemas.openxmlformats.org/drawingml/2006/main" noGrp="1"/>
          </p:cNvSpPr>
          <p:nvPr/>
        </p:nvSpPr>
        <p:spPr>
          <a:xfrm xmlns:a="http://schemas.openxmlformats.org/drawingml/2006/main">
            <a:off x="685800" y="4000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16B8B1"/>
                </a:solidFill>
                <a:latin typeface="Arial"/>
                <a:ea typeface="Arial"/>
                <a:cs typeface="Arial"/>
              </a:defRPr>
            </a:defPPr>
          </a:lstStyle>
          <a:p xmlns:a="http://schemas.openxmlformats.org/drawingml/2006/main">
            <a:pPr>
              <a:buNone/>
              <a:defRPr sz="900" b="1">
                <a:solidFill>
                  <a:srgbClr val="16B8B1"/>
                </a:solidFill>
                <a:latin typeface="Arial"/>
                <a:ea typeface="Arial"/>
                <a:cs typeface="Arial"/>
              </a:defRPr>
            </a:pPr>
            <a:r>
              <a:rPr sz="900" b="1">
                <a:solidFill>
                  <a:srgbClr val="16B8B1"/>
                </a:solidFill>
                <a:latin typeface="Arial"/>
                <a:ea typeface="Arial"/>
                <a:cs typeface="Arial"/>
              </a:rPr>
              <a:t>OPERACIÓN EN TERRENO</a:t>
            </a:r>
          </a:p>
        </p:txBody>
      </p:sp>
      <p:sp>
        <p:nvSpPr>
          <p:cNvPr id="2" name="">
            <a:extLst xmlns:a="http://schemas.openxmlformats.org/drawingml/2006/main">
              <a:ext uri="{FF2B5EF4-FFF2-40B4-BE49-F238E27FC236}">
                <a16:creationId xmlns:a16="http://schemas.microsoft.com/office/drawing/2014/main" id="{A4DA3941-4331-473B-AC66-315C2786D9DC}"/>
              </a:ext>
            </a:extLst>
          </p:cNvPr>
          <p:cNvSpPr>
            <a:spLocks xmlns:a="http://schemas.openxmlformats.org/drawingml/2006/main" noGrp="1"/>
          </p:cNvSpPr>
          <p:nvPr/>
        </p:nvSpPr>
        <p:spPr>
          <a:xfrm xmlns:a="http://schemas.openxmlformats.org/drawingml/2006/main">
            <a:off x="685800" y="723900"/>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52238"/>
                </a:solidFill>
                <a:latin typeface="Arial"/>
                <a:ea typeface="Arial"/>
                <a:cs typeface="Arial"/>
              </a:defRPr>
            </a:defPPr>
          </a:lstStyle>
          <a:p xmlns:a="http://schemas.openxmlformats.org/drawingml/2006/main">
            <a:pPr>
              <a:buNone/>
              <a:defRPr sz="2550" b="1">
                <a:solidFill>
                  <a:srgbClr val="152238"/>
                </a:solidFill>
                <a:latin typeface="Arial"/>
                <a:ea typeface="Arial"/>
                <a:cs typeface="Arial"/>
              </a:defRPr>
            </a:pPr>
            <a:r>
              <a:rPr sz="2550" b="1">
                <a:solidFill>
                  <a:srgbClr val="152238"/>
                </a:solidFill>
                <a:latin typeface="Arial"/>
                <a:ea typeface="Arial"/>
                <a:cs typeface="Arial"/>
              </a:rPr>
              <a:t>Flujo de captura sin conexión</a:t>
            </a:r>
          </a:p>
        </p:txBody>
      </p:sp>
      <p:sp>
        <p:nvSpPr>
          <p:cNvPr id="3" name="">
            <a:extLst xmlns:a="http://schemas.openxmlformats.org/drawingml/2006/main">
              <a:ext uri="{FF2B5EF4-FFF2-40B4-BE49-F238E27FC236}">
                <a16:creationId xmlns:a16="http://schemas.microsoft.com/office/drawing/2014/main" id="{F8D6F44E-DE70-4165-A448-8019B4CA4416}"/>
              </a:ext>
            </a:extLst>
          </p:cNvPr>
          <p:cNvSpPr>
            <a:spLocks xmlns:a="http://schemas.openxmlformats.org/drawingml/2006/main" noGrp="1"/>
          </p:cNvSpPr>
          <p:nvPr/>
        </p:nvSpPr>
        <p:spPr>
          <a:xfrm xmlns:a="http://schemas.openxmlformats.org/drawingml/2006/main">
            <a:off x="685800" y="1333500"/>
            <a:ext cx="685800" cy="38100"/>
          </a:xfrm>
          <a:prstGeom xmlns:a="http://schemas.openxmlformats.org/drawingml/2006/main" prst="rect">
            <a:avLst/>
          </a:prstGeom>
          <a:solidFill xmlns:a="http://schemas.openxmlformats.org/drawingml/2006/main">
            <a:srgbClr val="16B8B1"/>
          </a:solidFill>
          <a:ln xmlns:a="http://schemas.openxmlformats.org/drawingml/2006/main" w="9525">
            <a:solidFill>
              <a:srgbClr val="16B8B1"/>
            </a:solidFill>
            <a:prstDash val="solid"/>
          </a:ln>
        </p:spPr>
      </p:sp>
      <p:sp>
        <p:nvSpPr>
          <p:cNvPr id="4" name="">
            <a:extLst xmlns:a="http://schemas.openxmlformats.org/drawingml/2006/main">
              <a:ext uri="{FF2B5EF4-FFF2-40B4-BE49-F238E27FC236}">
                <a16:creationId xmlns:a16="http://schemas.microsoft.com/office/drawing/2014/main" id="{023CC398-64A9-4E0B-ADB5-C6CCAA3F74C1}"/>
              </a:ext>
            </a:extLst>
          </p:cNvPr>
          <p:cNvSpPr>
            <a:spLocks xmlns:a="http://schemas.openxmlformats.org/drawingml/2006/main" noGrp="1"/>
          </p:cNvSpPr>
          <p:nvPr/>
        </p:nvSpPr>
        <p:spPr>
          <a:xfrm xmlns:a="http://schemas.openxmlformats.org/drawingml/2006/main">
            <a:off x="857250" y="2381250"/>
            <a:ext cx="723900" cy="723900"/>
          </a:xfrm>
          <a:prstGeom xmlns:a="http://schemas.openxmlformats.org/drawingml/2006/main" prst="ellipse">
            <a:avLst/>
          </a:prstGeom>
          <a:solidFill xmlns:a="http://schemas.openxmlformats.org/drawingml/2006/main">
            <a:srgbClr val="16B8B1"/>
          </a:solidFill>
          <a:ln xmlns:a="http://schemas.openxmlformats.org/drawingml/2006/main" w="9525">
            <a:solidFill>
              <a:srgbClr val="16B8B1"/>
            </a:solidFill>
            <a:prstDash val="solid"/>
          </a:ln>
        </p:spPr>
      </p:sp>
      <p:sp>
        <p:nvSpPr>
          <p:cNvPr id="5" name="">
            <a:extLst xmlns:a="http://schemas.openxmlformats.org/drawingml/2006/main">
              <a:ext uri="{FF2B5EF4-FFF2-40B4-BE49-F238E27FC236}">
                <a16:creationId xmlns:a16="http://schemas.microsoft.com/office/drawing/2014/main" id="{D23E80EB-657C-46C3-870D-A0189A28D7A7}"/>
              </a:ext>
            </a:extLst>
          </p:cNvPr>
          <p:cNvSpPr>
            <a:spLocks xmlns:a="http://schemas.openxmlformats.org/drawingml/2006/main" noGrp="1"/>
          </p:cNvSpPr>
          <p:nvPr/>
        </p:nvSpPr>
        <p:spPr>
          <a:xfrm xmlns:a="http://schemas.openxmlformats.org/drawingml/2006/main">
            <a:off x="857250" y="2552700"/>
            <a:ext cx="72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FFFFFF"/>
                </a:solidFill>
                <a:latin typeface="Arial"/>
                <a:ea typeface="Arial"/>
                <a:cs typeface="Arial"/>
              </a:defRPr>
            </a:defPPr>
          </a:lstStyle>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19BF8B57-E2A8-4985-85CB-B0F81C46ABB2}"/>
              </a:ext>
            </a:extLst>
          </p:cNvPr>
          <p:cNvSpPr>
            <a:spLocks xmlns:a="http://schemas.openxmlformats.org/drawingml/2006/main" noGrp="1"/>
          </p:cNvSpPr>
          <p:nvPr/>
        </p:nvSpPr>
        <p:spPr>
          <a:xfrm xmlns:a="http://schemas.openxmlformats.org/drawingml/2006/main">
            <a:off x="514350" y="3286125"/>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52238"/>
                </a:solidFill>
                <a:latin typeface="Arial"/>
                <a:ea typeface="Arial"/>
                <a:cs typeface="Arial"/>
              </a:defRPr>
            </a:defPPr>
          </a:lstStyle>
          <a:p xmlns:a="http://schemas.openxmlformats.org/drawingml/2006/main">
            <a:pPr>
              <a:buNone/>
              <a:defRPr sz="1275" b="1">
                <a:solidFill>
                  <a:srgbClr val="152238"/>
                </a:solidFill>
                <a:latin typeface="Arial"/>
                <a:ea typeface="Arial"/>
                <a:cs typeface="Arial"/>
              </a:defRPr>
            </a:pPr>
            <a:r>
              <a:rPr sz="1275" b="1">
                <a:solidFill>
                  <a:srgbClr val="152238"/>
                </a:solidFill>
                <a:latin typeface="Arial"/>
                <a:ea typeface="Arial"/>
                <a:cs typeface="Arial"/>
              </a:rPr>
              <a:t>Captura</a:t>
            </a:r>
          </a:p>
        </p:txBody>
      </p:sp>
      <p:sp>
        <p:nvSpPr>
          <p:cNvPr id="7" name="">
            <a:extLst xmlns:a="http://schemas.openxmlformats.org/drawingml/2006/main">
              <a:ext uri="{FF2B5EF4-FFF2-40B4-BE49-F238E27FC236}">
                <a16:creationId xmlns:a16="http://schemas.microsoft.com/office/drawing/2014/main" id="{E9D26804-16AC-4479-AE28-6691053592D0}"/>
              </a:ext>
            </a:extLst>
          </p:cNvPr>
          <p:cNvSpPr>
            <a:spLocks xmlns:a="http://schemas.openxmlformats.org/drawingml/2006/main" noGrp="1"/>
          </p:cNvSpPr>
          <p:nvPr/>
        </p:nvSpPr>
        <p:spPr>
          <a:xfrm xmlns:a="http://schemas.openxmlformats.org/drawingml/2006/main">
            <a:off x="457200" y="36004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60738A"/>
                </a:solidFill>
                <a:latin typeface="Arial"/>
                <a:ea typeface="Arial"/>
                <a:cs typeface="Arial"/>
              </a:defRPr>
            </a:defPPr>
          </a:lstStyle>
          <a:p xmlns:a="http://schemas.openxmlformats.org/drawingml/2006/main">
            <a:pPr>
              <a:buNone/>
              <a:defRPr sz="1050">
                <a:solidFill>
                  <a:srgbClr val="60738A"/>
                </a:solidFill>
                <a:latin typeface="Arial"/>
                <a:ea typeface="Arial"/>
                <a:cs typeface="Arial"/>
              </a:defRPr>
            </a:pPr>
            <a:r>
              <a:rPr sz="1050">
                <a:solidFill>
                  <a:srgbClr val="60738A"/>
                </a:solidFill>
                <a:latin typeface="Arial"/>
                <a:ea typeface="Arial"/>
                <a:cs typeface="Arial"/>
              </a:rPr>
              <a:t>Formulario con respuestas y foto</a:t>
            </a:r>
          </a:p>
        </p:txBody>
      </p:sp>
      <p:sp>
        <p:nvSpPr>
          <p:cNvPr id="8" name="">
            <a:extLst xmlns:a="http://schemas.openxmlformats.org/drawingml/2006/main">
              <a:ext uri="{FF2B5EF4-FFF2-40B4-BE49-F238E27FC236}">
                <a16:creationId xmlns:a16="http://schemas.microsoft.com/office/drawing/2014/main" id="{D443D41A-8061-4921-A6EA-F49B5A722F8C}"/>
              </a:ext>
            </a:extLst>
          </p:cNvPr>
          <p:cNvSpPr>
            <a:spLocks xmlns:a="http://schemas.openxmlformats.org/drawingml/2006/main" noGrp="1"/>
          </p:cNvSpPr>
          <p:nvPr/>
        </p:nvSpPr>
        <p:spPr>
          <a:xfrm xmlns:a="http://schemas.openxmlformats.org/drawingml/2006/main">
            <a:off x="3143250" y="2381250"/>
            <a:ext cx="723900" cy="723900"/>
          </a:xfrm>
          <a:prstGeom xmlns:a="http://schemas.openxmlformats.org/drawingml/2006/main" prst="ellipse">
            <a:avLst/>
          </a:prstGeom>
          <a:solidFill xmlns:a="http://schemas.openxmlformats.org/drawingml/2006/main">
            <a:srgbClr val="16B8B1"/>
          </a:solidFill>
          <a:ln xmlns:a="http://schemas.openxmlformats.org/drawingml/2006/main" w="9525">
            <a:solidFill>
              <a:srgbClr val="16B8B1"/>
            </a:solidFill>
            <a:prstDash val="solid"/>
          </a:ln>
        </p:spPr>
      </p:sp>
      <p:sp>
        <p:nvSpPr>
          <p:cNvPr id="9" name="">
            <a:extLst xmlns:a="http://schemas.openxmlformats.org/drawingml/2006/main">
              <a:ext uri="{FF2B5EF4-FFF2-40B4-BE49-F238E27FC236}">
                <a16:creationId xmlns:a16="http://schemas.microsoft.com/office/drawing/2014/main" id="{BB278615-092C-4CDE-9055-65302054F0D5}"/>
              </a:ext>
            </a:extLst>
          </p:cNvPr>
          <p:cNvSpPr>
            <a:spLocks xmlns:a="http://schemas.openxmlformats.org/drawingml/2006/main" noGrp="1"/>
          </p:cNvSpPr>
          <p:nvPr/>
        </p:nvSpPr>
        <p:spPr>
          <a:xfrm xmlns:a="http://schemas.openxmlformats.org/drawingml/2006/main">
            <a:off x="3143250" y="2552700"/>
            <a:ext cx="72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FFFFFF"/>
                </a:solidFill>
                <a:latin typeface="Arial"/>
                <a:ea typeface="Arial"/>
                <a:cs typeface="Arial"/>
              </a:defRPr>
            </a:defPPr>
          </a:lstStyle>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7F21579D-8A05-40A9-B11A-BC9E602378D2}"/>
              </a:ext>
            </a:extLst>
          </p:cNvPr>
          <p:cNvSpPr>
            <a:spLocks xmlns:a="http://schemas.openxmlformats.org/drawingml/2006/main" noGrp="1"/>
          </p:cNvSpPr>
          <p:nvPr/>
        </p:nvSpPr>
        <p:spPr>
          <a:xfrm xmlns:a="http://schemas.openxmlformats.org/drawingml/2006/main">
            <a:off x="2800350" y="3286125"/>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52238"/>
                </a:solidFill>
                <a:latin typeface="Arial"/>
                <a:ea typeface="Arial"/>
                <a:cs typeface="Arial"/>
              </a:defRPr>
            </a:defPPr>
          </a:lstStyle>
          <a:p xmlns:a="http://schemas.openxmlformats.org/drawingml/2006/main">
            <a:pPr>
              <a:buNone/>
              <a:defRPr sz="1275" b="1">
                <a:solidFill>
                  <a:srgbClr val="152238"/>
                </a:solidFill>
                <a:latin typeface="Arial"/>
                <a:ea typeface="Arial"/>
                <a:cs typeface="Arial"/>
              </a:defRPr>
            </a:pPr>
            <a:r>
              <a:rPr sz="1275" b="1">
                <a:solidFill>
                  <a:srgbClr val="152238"/>
                </a:solidFill>
                <a:latin typeface="Arial"/>
                <a:ea typeface="Arial"/>
                <a:cs typeface="Arial"/>
              </a:rPr>
              <a:t>Guarda</a:t>
            </a:r>
          </a:p>
        </p:txBody>
      </p:sp>
      <p:sp>
        <p:nvSpPr>
          <p:cNvPr id="11" name="">
            <a:extLst xmlns:a="http://schemas.openxmlformats.org/drawingml/2006/main">
              <a:ext uri="{FF2B5EF4-FFF2-40B4-BE49-F238E27FC236}">
                <a16:creationId xmlns:a16="http://schemas.microsoft.com/office/drawing/2014/main" id="{5DD4293D-4515-40B0-B09C-6EDA1F3CEB03}"/>
              </a:ext>
            </a:extLst>
          </p:cNvPr>
          <p:cNvSpPr>
            <a:spLocks xmlns:a="http://schemas.openxmlformats.org/drawingml/2006/main" noGrp="1"/>
          </p:cNvSpPr>
          <p:nvPr/>
        </p:nvSpPr>
        <p:spPr>
          <a:xfrm xmlns:a="http://schemas.openxmlformats.org/drawingml/2006/main">
            <a:off x="2743200" y="36004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60738A"/>
                </a:solidFill>
                <a:latin typeface="Arial"/>
                <a:ea typeface="Arial"/>
                <a:cs typeface="Arial"/>
              </a:defRPr>
            </a:defPPr>
          </a:lstStyle>
          <a:p xmlns:a="http://schemas.openxmlformats.org/drawingml/2006/main">
            <a:pPr>
              <a:buNone/>
              <a:defRPr sz="1050">
                <a:solidFill>
                  <a:srgbClr val="60738A"/>
                </a:solidFill>
                <a:latin typeface="Arial"/>
                <a:ea typeface="Arial"/>
                <a:cs typeface="Arial"/>
              </a:defRPr>
            </a:pPr>
            <a:r>
              <a:rPr sz="1050">
                <a:solidFill>
                  <a:srgbClr val="60738A"/>
                </a:solidFill>
                <a:latin typeface="Arial"/>
                <a:ea typeface="Arial"/>
                <a:cs typeface="Arial"/>
              </a:rPr>
              <a:t>Dexie e IndexedDB local</a:t>
            </a:r>
          </a:p>
        </p:txBody>
      </p:sp>
      <p:sp>
        <p:nvSpPr>
          <p:cNvPr id="12" name="">
            <a:extLst xmlns:a="http://schemas.openxmlformats.org/drawingml/2006/main">
              <a:ext uri="{FF2B5EF4-FFF2-40B4-BE49-F238E27FC236}">
                <a16:creationId xmlns:a16="http://schemas.microsoft.com/office/drawing/2014/main" id="{E1556FAA-6009-454F-9D9D-2118BE638A87}"/>
              </a:ext>
            </a:extLst>
          </p:cNvPr>
          <p:cNvSpPr>
            <a:spLocks xmlns:a="http://schemas.openxmlformats.org/drawingml/2006/main" noGrp="1"/>
          </p:cNvSpPr>
          <p:nvPr/>
        </p:nvSpPr>
        <p:spPr>
          <a:xfrm xmlns:a="http://schemas.openxmlformats.org/drawingml/2006/main">
            <a:off x="5429250" y="2381250"/>
            <a:ext cx="723900" cy="723900"/>
          </a:xfrm>
          <a:prstGeom xmlns:a="http://schemas.openxmlformats.org/drawingml/2006/main" prst="ellipse">
            <a:avLst/>
          </a:prstGeom>
          <a:solidFill xmlns:a="http://schemas.openxmlformats.org/drawingml/2006/main">
            <a:srgbClr val="16B8B1"/>
          </a:solidFill>
          <a:ln xmlns:a="http://schemas.openxmlformats.org/drawingml/2006/main" w="9525">
            <a:solidFill>
              <a:srgbClr val="16B8B1"/>
            </a:solidFill>
            <a:prstDash val="solid"/>
          </a:ln>
        </p:spPr>
      </p:sp>
      <p:sp>
        <p:nvSpPr>
          <p:cNvPr id="13" name="">
            <a:extLst xmlns:a="http://schemas.openxmlformats.org/drawingml/2006/main">
              <a:ext uri="{FF2B5EF4-FFF2-40B4-BE49-F238E27FC236}">
                <a16:creationId xmlns:a16="http://schemas.microsoft.com/office/drawing/2014/main" id="{C213C02E-360A-4969-9904-D1EEDAE0E143}"/>
              </a:ext>
            </a:extLst>
          </p:cNvPr>
          <p:cNvSpPr>
            <a:spLocks xmlns:a="http://schemas.openxmlformats.org/drawingml/2006/main" noGrp="1"/>
          </p:cNvSpPr>
          <p:nvPr/>
        </p:nvSpPr>
        <p:spPr>
          <a:xfrm xmlns:a="http://schemas.openxmlformats.org/drawingml/2006/main">
            <a:off x="5429250" y="2552700"/>
            <a:ext cx="72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FFFFFF"/>
                </a:solidFill>
                <a:latin typeface="Arial"/>
                <a:ea typeface="Arial"/>
                <a:cs typeface="Arial"/>
              </a:defRPr>
            </a:defPPr>
          </a:lstStyle>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5FA66267-0C75-4423-9A64-BB127E62898C}"/>
              </a:ext>
            </a:extLst>
          </p:cNvPr>
          <p:cNvSpPr>
            <a:spLocks xmlns:a="http://schemas.openxmlformats.org/drawingml/2006/main" noGrp="1"/>
          </p:cNvSpPr>
          <p:nvPr/>
        </p:nvSpPr>
        <p:spPr>
          <a:xfrm xmlns:a="http://schemas.openxmlformats.org/drawingml/2006/main">
            <a:off x="5086350" y="3286125"/>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52238"/>
                </a:solidFill>
                <a:latin typeface="Arial"/>
                <a:ea typeface="Arial"/>
                <a:cs typeface="Arial"/>
              </a:defRPr>
            </a:defPPr>
          </a:lstStyle>
          <a:p xmlns:a="http://schemas.openxmlformats.org/drawingml/2006/main">
            <a:pPr>
              <a:buNone/>
              <a:defRPr sz="1275" b="1">
                <a:solidFill>
                  <a:srgbClr val="152238"/>
                </a:solidFill>
                <a:latin typeface="Arial"/>
                <a:ea typeface="Arial"/>
                <a:cs typeface="Arial"/>
              </a:defRPr>
            </a:pPr>
            <a:r>
              <a:rPr sz="1275" b="1">
                <a:solidFill>
                  <a:srgbClr val="152238"/>
                </a:solidFill>
                <a:latin typeface="Arial"/>
                <a:ea typeface="Arial"/>
                <a:cs typeface="Arial"/>
              </a:rPr>
              <a:t>Encola</a:t>
            </a:r>
          </a:p>
        </p:txBody>
      </p:sp>
      <p:sp>
        <p:nvSpPr>
          <p:cNvPr id="15" name="">
            <a:extLst xmlns:a="http://schemas.openxmlformats.org/drawingml/2006/main">
              <a:ext uri="{FF2B5EF4-FFF2-40B4-BE49-F238E27FC236}">
                <a16:creationId xmlns:a16="http://schemas.microsoft.com/office/drawing/2014/main" id="{77F5F6D3-4E36-4165-AFF3-C1633E77EC8C}"/>
              </a:ext>
            </a:extLst>
          </p:cNvPr>
          <p:cNvSpPr>
            <a:spLocks xmlns:a="http://schemas.openxmlformats.org/drawingml/2006/main" noGrp="1"/>
          </p:cNvSpPr>
          <p:nvPr/>
        </p:nvSpPr>
        <p:spPr>
          <a:xfrm xmlns:a="http://schemas.openxmlformats.org/drawingml/2006/main">
            <a:off x="5029200" y="36004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60738A"/>
                </a:solidFill>
                <a:latin typeface="Arial"/>
                <a:ea typeface="Arial"/>
                <a:cs typeface="Arial"/>
              </a:defRPr>
            </a:defPPr>
          </a:lstStyle>
          <a:p xmlns:a="http://schemas.openxmlformats.org/drawingml/2006/main">
            <a:pPr>
              <a:buNone/>
              <a:defRPr sz="1050">
                <a:solidFill>
                  <a:srgbClr val="60738A"/>
                </a:solidFill>
                <a:latin typeface="Arial"/>
                <a:ea typeface="Arial"/>
                <a:cs typeface="Arial"/>
              </a:defRPr>
            </a:pPr>
            <a:r>
              <a:rPr sz="1050">
                <a:solidFill>
                  <a:srgbClr val="60738A"/>
                </a:solidFill>
                <a:latin typeface="Arial"/>
                <a:ea typeface="Arial"/>
                <a:cs typeface="Arial"/>
              </a:rPr>
              <a:t>Cola local con UUIDv7</a:t>
            </a:r>
          </a:p>
        </p:txBody>
      </p:sp>
      <p:sp>
        <p:nvSpPr>
          <p:cNvPr id="16" name="">
            <a:extLst xmlns:a="http://schemas.openxmlformats.org/drawingml/2006/main">
              <a:ext uri="{FF2B5EF4-FFF2-40B4-BE49-F238E27FC236}">
                <a16:creationId xmlns:a16="http://schemas.microsoft.com/office/drawing/2014/main" id="{7E49F0F8-4A01-4770-93AB-B5414422B81A}"/>
              </a:ext>
            </a:extLst>
          </p:cNvPr>
          <p:cNvSpPr>
            <a:spLocks xmlns:a="http://schemas.openxmlformats.org/drawingml/2006/main" noGrp="1"/>
          </p:cNvSpPr>
          <p:nvPr/>
        </p:nvSpPr>
        <p:spPr>
          <a:xfrm xmlns:a="http://schemas.openxmlformats.org/drawingml/2006/main">
            <a:off x="7715250" y="2381250"/>
            <a:ext cx="723900" cy="723900"/>
          </a:xfrm>
          <a:prstGeom xmlns:a="http://schemas.openxmlformats.org/drawingml/2006/main" prst="ellipse">
            <a:avLst/>
          </a:prstGeom>
          <a:solidFill xmlns:a="http://schemas.openxmlformats.org/drawingml/2006/main">
            <a:srgbClr val="315F96"/>
          </a:solidFill>
          <a:ln xmlns:a="http://schemas.openxmlformats.org/drawingml/2006/main" w="9525">
            <a:solidFill>
              <a:srgbClr val="315F96"/>
            </a:solidFill>
            <a:prstDash val="solid"/>
          </a:ln>
        </p:spPr>
      </p:sp>
      <p:sp>
        <p:nvSpPr>
          <p:cNvPr id="17" name="">
            <a:extLst xmlns:a="http://schemas.openxmlformats.org/drawingml/2006/main">
              <a:ext uri="{FF2B5EF4-FFF2-40B4-BE49-F238E27FC236}">
                <a16:creationId xmlns:a16="http://schemas.microsoft.com/office/drawing/2014/main" id="{7F50ABEF-517C-46DE-99BF-4C757D6744A2}"/>
              </a:ext>
            </a:extLst>
          </p:cNvPr>
          <p:cNvSpPr>
            <a:spLocks xmlns:a="http://schemas.openxmlformats.org/drawingml/2006/main" noGrp="1"/>
          </p:cNvSpPr>
          <p:nvPr/>
        </p:nvSpPr>
        <p:spPr>
          <a:xfrm xmlns:a="http://schemas.openxmlformats.org/drawingml/2006/main">
            <a:off x="7715250" y="2552700"/>
            <a:ext cx="72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FFFFFF"/>
                </a:solidFill>
                <a:latin typeface="Arial"/>
                <a:ea typeface="Arial"/>
                <a:cs typeface="Arial"/>
              </a:defRPr>
            </a:defPPr>
          </a:lstStyle>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913A8C46-9A81-435A-844C-FC3BBB8CDFF5}"/>
              </a:ext>
            </a:extLst>
          </p:cNvPr>
          <p:cNvSpPr>
            <a:spLocks xmlns:a="http://schemas.openxmlformats.org/drawingml/2006/main" noGrp="1"/>
          </p:cNvSpPr>
          <p:nvPr/>
        </p:nvSpPr>
        <p:spPr>
          <a:xfrm xmlns:a="http://schemas.openxmlformats.org/drawingml/2006/main">
            <a:off x="7372350" y="3286125"/>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52238"/>
                </a:solidFill>
                <a:latin typeface="Arial"/>
                <a:ea typeface="Arial"/>
                <a:cs typeface="Arial"/>
              </a:defRPr>
            </a:defPPr>
          </a:lstStyle>
          <a:p xmlns:a="http://schemas.openxmlformats.org/drawingml/2006/main">
            <a:pPr>
              <a:buNone/>
              <a:defRPr sz="1275" b="1">
                <a:solidFill>
                  <a:srgbClr val="152238"/>
                </a:solidFill>
                <a:latin typeface="Arial"/>
                <a:ea typeface="Arial"/>
                <a:cs typeface="Arial"/>
              </a:defRPr>
            </a:pPr>
            <a:r>
              <a:rPr sz="1275" b="1">
                <a:solidFill>
                  <a:srgbClr val="152238"/>
                </a:solidFill>
                <a:latin typeface="Arial"/>
                <a:ea typeface="Arial"/>
                <a:cs typeface="Arial"/>
              </a:rPr>
              <a:t>Reconecta</a:t>
            </a:r>
          </a:p>
        </p:txBody>
      </p:sp>
      <p:sp>
        <p:nvSpPr>
          <p:cNvPr id="19" name="">
            <a:extLst xmlns:a="http://schemas.openxmlformats.org/drawingml/2006/main">
              <a:ext uri="{FF2B5EF4-FFF2-40B4-BE49-F238E27FC236}">
                <a16:creationId xmlns:a16="http://schemas.microsoft.com/office/drawing/2014/main" id="{F65FB27D-CF0C-4208-A664-1017D3389FEF}"/>
              </a:ext>
            </a:extLst>
          </p:cNvPr>
          <p:cNvSpPr>
            <a:spLocks xmlns:a="http://schemas.openxmlformats.org/drawingml/2006/main" noGrp="1"/>
          </p:cNvSpPr>
          <p:nvPr/>
        </p:nvSpPr>
        <p:spPr>
          <a:xfrm xmlns:a="http://schemas.openxmlformats.org/drawingml/2006/main">
            <a:off x="7315200" y="36004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60738A"/>
                </a:solidFill>
                <a:latin typeface="Arial"/>
                <a:ea typeface="Arial"/>
                <a:cs typeface="Arial"/>
              </a:defRPr>
            </a:defPPr>
          </a:lstStyle>
          <a:p xmlns:a="http://schemas.openxmlformats.org/drawingml/2006/main">
            <a:pPr>
              <a:buNone/>
              <a:defRPr sz="1050">
                <a:solidFill>
                  <a:srgbClr val="60738A"/>
                </a:solidFill>
                <a:latin typeface="Arial"/>
                <a:ea typeface="Arial"/>
                <a:cs typeface="Arial"/>
              </a:defRPr>
            </a:pPr>
            <a:r>
              <a:rPr sz="1050">
                <a:solidFill>
                  <a:srgbClr val="60738A"/>
                </a:solidFill>
                <a:latin typeface="Arial"/>
                <a:ea typeface="Arial"/>
                <a:cs typeface="Arial"/>
              </a:rPr>
              <a:t>Detecta conexión física</a:t>
            </a:r>
          </a:p>
        </p:txBody>
      </p:sp>
      <p:sp>
        <p:nvSpPr>
          <p:cNvPr id="20" name="">
            <a:extLst xmlns:a="http://schemas.openxmlformats.org/drawingml/2006/main">
              <a:ext uri="{FF2B5EF4-FFF2-40B4-BE49-F238E27FC236}">
                <a16:creationId xmlns:a16="http://schemas.microsoft.com/office/drawing/2014/main" id="{BBEBB718-DC0B-4EAF-9A14-9AF28477477F}"/>
              </a:ext>
            </a:extLst>
          </p:cNvPr>
          <p:cNvSpPr>
            <a:spLocks xmlns:a="http://schemas.openxmlformats.org/drawingml/2006/main" noGrp="1"/>
          </p:cNvSpPr>
          <p:nvPr/>
        </p:nvSpPr>
        <p:spPr>
          <a:xfrm xmlns:a="http://schemas.openxmlformats.org/drawingml/2006/main">
            <a:off x="10001250" y="2381250"/>
            <a:ext cx="723900" cy="723900"/>
          </a:xfrm>
          <a:prstGeom xmlns:a="http://schemas.openxmlformats.org/drawingml/2006/main" prst="ellipse">
            <a:avLst/>
          </a:prstGeom>
          <a:solidFill xmlns:a="http://schemas.openxmlformats.org/drawingml/2006/main">
            <a:srgbClr val="315F96"/>
          </a:solidFill>
          <a:ln xmlns:a="http://schemas.openxmlformats.org/drawingml/2006/main" w="9525">
            <a:solidFill>
              <a:srgbClr val="315F96"/>
            </a:solidFill>
            <a:prstDash val="solid"/>
          </a:ln>
        </p:spPr>
      </p:sp>
      <p:sp>
        <p:nvSpPr>
          <p:cNvPr id="21" name="">
            <a:extLst xmlns:a="http://schemas.openxmlformats.org/drawingml/2006/main">
              <a:ext uri="{FF2B5EF4-FFF2-40B4-BE49-F238E27FC236}">
                <a16:creationId xmlns:a16="http://schemas.microsoft.com/office/drawing/2014/main" id="{75AF9617-B724-489F-9E28-120E3BEF49C3}"/>
              </a:ext>
            </a:extLst>
          </p:cNvPr>
          <p:cNvSpPr>
            <a:spLocks xmlns:a="http://schemas.openxmlformats.org/drawingml/2006/main" noGrp="1"/>
          </p:cNvSpPr>
          <p:nvPr/>
        </p:nvSpPr>
        <p:spPr>
          <a:xfrm xmlns:a="http://schemas.openxmlformats.org/drawingml/2006/main">
            <a:off x="10001250" y="2552700"/>
            <a:ext cx="72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FFFFFF"/>
                </a:solidFill>
                <a:latin typeface="Arial"/>
                <a:ea typeface="Arial"/>
                <a:cs typeface="Arial"/>
              </a:defRPr>
            </a:defPPr>
          </a:lstStyle>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5</a:t>
            </a:r>
          </a:p>
        </p:txBody>
      </p:sp>
      <p:sp>
        <p:nvSpPr>
          <p:cNvPr id="22" name="">
            <a:extLst xmlns:a="http://schemas.openxmlformats.org/drawingml/2006/main">
              <a:ext uri="{FF2B5EF4-FFF2-40B4-BE49-F238E27FC236}">
                <a16:creationId xmlns:a16="http://schemas.microsoft.com/office/drawing/2014/main" id="{A6C7A49B-BC94-4A69-BFAF-FDB99A066FCB}"/>
              </a:ext>
            </a:extLst>
          </p:cNvPr>
          <p:cNvSpPr>
            <a:spLocks xmlns:a="http://schemas.openxmlformats.org/drawingml/2006/main" noGrp="1"/>
          </p:cNvSpPr>
          <p:nvPr/>
        </p:nvSpPr>
        <p:spPr>
          <a:xfrm xmlns:a="http://schemas.openxmlformats.org/drawingml/2006/main">
            <a:off x="9658350" y="3286125"/>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52238"/>
                </a:solidFill>
                <a:latin typeface="Arial"/>
                <a:ea typeface="Arial"/>
                <a:cs typeface="Arial"/>
              </a:defRPr>
            </a:defPPr>
          </a:lstStyle>
          <a:p xmlns:a="http://schemas.openxmlformats.org/drawingml/2006/main">
            <a:pPr>
              <a:buNone/>
              <a:defRPr sz="1275" b="1">
                <a:solidFill>
                  <a:srgbClr val="152238"/>
                </a:solidFill>
                <a:latin typeface="Arial"/>
                <a:ea typeface="Arial"/>
                <a:cs typeface="Arial"/>
              </a:defRPr>
            </a:pPr>
            <a:r>
              <a:rPr sz="1275" b="1">
                <a:solidFill>
                  <a:srgbClr val="152238"/>
                </a:solidFill>
                <a:latin typeface="Arial"/>
                <a:ea typeface="Arial"/>
                <a:cs typeface="Arial"/>
              </a:rPr>
              <a:t>Sincroniza</a:t>
            </a:r>
          </a:p>
        </p:txBody>
      </p:sp>
      <p:sp>
        <p:nvSpPr>
          <p:cNvPr id="23" name="">
            <a:extLst xmlns:a="http://schemas.openxmlformats.org/drawingml/2006/main">
              <a:ext uri="{FF2B5EF4-FFF2-40B4-BE49-F238E27FC236}">
                <a16:creationId xmlns:a16="http://schemas.microsoft.com/office/drawing/2014/main" id="{8A6607F5-C89A-4227-8270-C37A005FAE2E}"/>
              </a:ext>
            </a:extLst>
          </p:cNvPr>
          <p:cNvSpPr>
            <a:spLocks xmlns:a="http://schemas.openxmlformats.org/drawingml/2006/main" noGrp="1"/>
          </p:cNvSpPr>
          <p:nvPr/>
        </p:nvSpPr>
        <p:spPr>
          <a:xfrm xmlns:a="http://schemas.openxmlformats.org/drawingml/2006/main">
            <a:off x="9601200" y="36004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60738A"/>
                </a:solidFill>
                <a:latin typeface="Arial"/>
                <a:ea typeface="Arial"/>
                <a:cs typeface="Arial"/>
              </a:defRPr>
            </a:defPPr>
          </a:lstStyle>
          <a:p xmlns:a="http://schemas.openxmlformats.org/drawingml/2006/main">
            <a:pPr>
              <a:buNone/>
              <a:defRPr sz="1050">
                <a:solidFill>
                  <a:srgbClr val="60738A"/>
                </a:solidFill>
                <a:latin typeface="Arial"/>
                <a:ea typeface="Arial"/>
                <a:cs typeface="Arial"/>
              </a:defRPr>
            </a:pPr>
            <a:r>
              <a:rPr sz="1050">
                <a:solidFill>
                  <a:srgbClr val="60738A"/>
                </a:solidFill>
                <a:latin typeface="Arial"/>
                <a:ea typeface="Arial"/>
                <a:cs typeface="Arial"/>
              </a:rPr>
              <a:t>Batch idempotente al servidor</a:t>
            </a:r>
          </a:p>
        </p:txBody>
      </p:sp>
      <p:sp>
        <p:nvSpPr>
          <p:cNvPr id="24" name="">
            <a:extLst xmlns:a="http://schemas.openxmlformats.org/drawingml/2006/main">
              <a:ext uri="{FF2B5EF4-FFF2-40B4-BE49-F238E27FC236}">
                <a16:creationId xmlns:a16="http://schemas.microsoft.com/office/drawing/2014/main" id="{52B8E9EE-CFB6-4E54-A6BE-DC5B31F0F589}"/>
              </a:ext>
            </a:extLst>
          </p:cNvPr>
          <p:cNvSpPr>
            <a:spLocks xmlns:a="http://schemas.openxmlformats.org/drawingml/2006/main" noGrp="1"/>
          </p:cNvSpPr>
          <p:nvPr/>
        </p:nvSpPr>
        <p:spPr>
          <a:xfrm xmlns:a="http://schemas.openxmlformats.org/drawingml/2006/main">
            <a:off x="2238375" y="2724150"/>
            <a:ext cx="762000" cy="38100"/>
          </a:xfrm>
          <a:prstGeom xmlns:a="http://schemas.openxmlformats.org/drawingml/2006/main" prst="rect">
            <a:avLst/>
          </a:prstGeom>
          <a:solidFill xmlns:a="http://schemas.openxmlformats.org/drawingml/2006/main">
            <a:srgbClr val="D8E1E9"/>
          </a:solidFill>
          <a:ln xmlns:a="http://schemas.openxmlformats.org/drawingml/2006/main" w="9525">
            <a:solidFill>
              <a:srgbClr val="D8E1E9"/>
            </a:solidFill>
            <a:prstDash val="solid"/>
          </a:ln>
        </p:spPr>
      </p:sp>
      <p:sp>
        <p:nvSpPr>
          <p:cNvPr id="25" name="">
            <a:extLst xmlns:a="http://schemas.openxmlformats.org/drawingml/2006/main">
              <a:ext uri="{FF2B5EF4-FFF2-40B4-BE49-F238E27FC236}">
                <a16:creationId xmlns:a16="http://schemas.microsoft.com/office/drawing/2014/main" id="{DD8FC4A5-24EB-4449-97EA-8A2796CDD5D6}"/>
              </a:ext>
            </a:extLst>
          </p:cNvPr>
          <p:cNvSpPr>
            <a:spLocks xmlns:a="http://schemas.openxmlformats.org/drawingml/2006/main" noGrp="1"/>
          </p:cNvSpPr>
          <p:nvPr/>
        </p:nvSpPr>
        <p:spPr>
          <a:xfrm xmlns:a="http://schemas.openxmlformats.org/drawingml/2006/main">
            <a:off x="4524375" y="2724150"/>
            <a:ext cx="762000" cy="38100"/>
          </a:xfrm>
          <a:prstGeom xmlns:a="http://schemas.openxmlformats.org/drawingml/2006/main" prst="rect">
            <a:avLst/>
          </a:prstGeom>
          <a:solidFill xmlns:a="http://schemas.openxmlformats.org/drawingml/2006/main">
            <a:srgbClr val="D8E1E9"/>
          </a:solidFill>
          <a:ln xmlns:a="http://schemas.openxmlformats.org/drawingml/2006/main" w="9525">
            <a:solidFill>
              <a:srgbClr val="D8E1E9"/>
            </a:solidFill>
            <a:prstDash val="solid"/>
          </a:ln>
        </p:spPr>
      </p:sp>
      <p:sp>
        <p:nvSpPr>
          <p:cNvPr id="26" name="">
            <a:extLst xmlns:a="http://schemas.openxmlformats.org/drawingml/2006/main">
              <a:ext uri="{FF2B5EF4-FFF2-40B4-BE49-F238E27FC236}">
                <a16:creationId xmlns:a16="http://schemas.microsoft.com/office/drawing/2014/main" id="{7700F423-B8D0-4E4B-8164-992AFC8DBD10}"/>
              </a:ext>
            </a:extLst>
          </p:cNvPr>
          <p:cNvSpPr>
            <a:spLocks xmlns:a="http://schemas.openxmlformats.org/drawingml/2006/main" noGrp="1"/>
          </p:cNvSpPr>
          <p:nvPr/>
        </p:nvSpPr>
        <p:spPr>
          <a:xfrm xmlns:a="http://schemas.openxmlformats.org/drawingml/2006/main">
            <a:off x="6810375" y="2724150"/>
            <a:ext cx="762000" cy="38100"/>
          </a:xfrm>
          <a:prstGeom xmlns:a="http://schemas.openxmlformats.org/drawingml/2006/main" prst="rect">
            <a:avLst/>
          </a:prstGeom>
          <a:solidFill xmlns:a="http://schemas.openxmlformats.org/drawingml/2006/main">
            <a:srgbClr val="D8E1E9"/>
          </a:solidFill>
          <a:ln xmlns:a="http://schemas.openxmlformats.org/drawingml/2006/main" w="9525">
            <a:solidFill>
              <a:srgbClr val="D8E1E9"/>
            </a:solidFill>
            <a:prstDash val="solid"/>
          </a:ln>
        </p:spPr>
      </p:sp>
      <p:sp>
        <p:nvSpPr>
          <p:cNvPr id="27" name="">
            <a:extLst xmlns:a="http://schemas.openxmlformats.org/drawingml/2006/main">
              <a:ext uri="{FF2B5EF4-FFF2-40B4-BE49-F238E27FC236}">
                <a16:creationId xmlns:a16="http://schemas.microsoft.com/office/drawing/2014/main" id="{E4441F2C-D786-4652-93ED-AEB24CB5C559}"/>
              </a:ext>
            </a:extLst>
          </p:cNvPr>
          <p:cNvSpPr>
            <a:spLocks xmlns:a="http://schemas.openxmlformats.org/drawingml/2006/main" noGrp="1"/>
          </p:cNvSpPr>
          <p:nvPr/>
        </p:nvSpPr>
        <p:spPr>
          <a:xfrm xmlns:a="http://schemas.openxmlformats.org/drawingml/2006/main">
            <a:off x="9096375" y="2724150"/>
            <a:ext cx="762000" cy="38100"/>
          </a:xfrm>
          <a:prstGeom xmlns:a="http://schemas.openxmlformats.org/drawingml/2006/main" prst="rect">
            <a:avLst/>
          </a:prstGeom>
          <a:solidFill xmlns:a="http://schemas.openxmlformats.org/drawingml/2006/main">
            <a:srgbClr val="D8E1E9"/>
          </a:solidFill>
          <a:ln xmlns:a="http://schemas.openxmlformats.org/drawingml/2006/main" w="9525">
            <a:solidFill>
              <a:srgbClr val="D8E1E9"/>
            </a:solidFill>
            <a:prstDash val="solid"/>
          </a:ln>
        </p:spPr>
      </p:sp>
      <p:sp>
        <p:nvSpPr>
          <p:cNvPr id="28" name="">
            <a:extLst xmlns:a="http://schemas.openxmlformats.org/drawingml/2006/main">
              <a:ext uri="{FF2B5EF4-FFF2-40B4-BE49-F238E27FC236}">
                <a16:creationId xmlns:a16="http://schemas.microsoft.com/office/drawing/2014/main" id="{CBFA7A3D-B0B5-4587-BC74-D4E5CF8A056D}"/>
              </a:ext>
            </a:extLst>
          </p:cNvPr>
          <p:cNvSpPr>
            <a:spLocks xmlns:a="http://schemas.openxmlformats.org/drawingml/2006/main" noGrp="1"/>
          </p:cNvSpPr>
          <p:nvPr/>
        </p:nvSpPr>
        <p:spPr>
          <a:xfrm xmlns:a="http://schemas.openxmlformats.org/drawingml/2006/main">
            <a:off x="1771650" y="4819650"/>
            <a:ext cx="864870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1E9"/>
            </a:solidFill>
            <a:prstDash val="solid"/>
          </a:ln>
        </p:spPr>
      </p:sp>
      <p:sp>
        <p:nvSpPr>
          <p:cNvPr id="29" name="">
            <a:extLst xmlns:a="http://schemas.openxmlformats.org/drawingml/2006/main">
              <a:ext uri="{FF2B5EF4-FFF2-40B4-BE49-F238E27FC236}">
                <a16:creationId xmlns:a16="http://schemas.microsoft.com/office/drawing/2014/main" id="{930F436E-A5F1-4E4E-9346-21D34A0D6FC7}"/>
              </a:ext>
            </a:extLst>
          </p:cNvPr>
          <p:cNvSpPr>
            <a:spLocks xmlns:a="http://schemas.openxmlformats.org/drawingml/2006/main" noGrp="1"/>
          </p:cNvSpPr>
          <p:nvPr/>
        </p:nvSpPr>
        <p:spPr>
          <a:xfrm xmlns:a="http://schemas.openxmlformats.org/drawingml/2006/main">
            <a:off x="2152650" y="5057775"/>
            <a:ext cx="790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152238"/>
                </a:solidFill>
                <a:latin typeface="Arial"/>
                <a:ea typeface="Arial"/>
                <a:cs typeface="Arial"/>
              </a:defRPr>
            </a:defPPr>
          </a:lstStyle>
          <a:p xmlns:a="http://schemas.openxmlformats.org/drawingml/2006/main">
            <a:pPr>
              <a:buNone/>
              <a:defRPr sz="1500">
                <a:solidFill>
                  <a:srgbClr val="152238"/>
                </a:solidFill>
                <a:latin typeface="Arial"/>
                <a:ea typeface="Arial"/>
                <a:cs typeface="Arial"/>
              </a:defRPr>
            </a:pPr>
            <a:r>
              <a:rPr sz="1500">
                <a:solidFill>
                  <a:srgbClr val="152238"/>
                </a:solidFill>
                <a:latin typeface="Arial"/>
                <a:ea typeface="Arial"/>
                <a:cs typeface="Arial"/>
              </a:rPr>
              <a:t>El modo manual permite pausar envíos. Al reactivarlo, un pendiente se sincroniza una sola vez.</a:t>
            </a:r>
          </a:p>
        </p:txBody>
      </p:sp>
      <p:sp>
        <p:nvSpPr>
          <p:cNvPr id="30" name="">
            <a:extLst xmlns:a="http://schemas.openxmlformats.org/drawingml/2006/main">
              <a:ext uri="{FF2B5EF4-FFF2-40B4-BE49-F238E27FC236}">
                <a16:creationId xmlns:a16="http://schemas.microsoft.com/office/drawing/2014/main" id="{B865511C-2A10-445B-991F-F0F11DC4FFEB}"/>
              </a:ext>
            </a:extLst>
          </p:cNvPr>
          <p:cNvSpPr>
            <a:spLocks xmlns:a="http://schemas.openxmlformats.org/drawingml/2006/main" noGrp="1"/>
          </p:cNvSpPr>
          <p:nvPr/>
        </p:nvSpPr>
        <p:spPr>
          <a:xfrm xmlns:a="http://schemas.openxmlformats.org/drawingml/2006/main">
            <a:off x="685800" y="649605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a:solidFill>
                  <a:srgbClr val="60738A"/>
                </a:solidFill>
                <a:latin typeface="Arial"/>
                <a:ea typeface="Arial"/>
                <a:cs typeface="Arial"/>
              </a:defRPr>
            </a:defPPr>
          </a:lstStyle>
          <a:p xmlns:a="http://schemas.openxmlformats.org/drawingml/2006/main">
            <a:pPr>
              <a:buNone/>
              <a:defRPr sz="825">
                <a:solidFill>
                  <a:srgbClr val="60738A"/>
                </a:solidFill>
                <a:latin typeface="Arial"/>
                <a:ea typeface="Arial"/>
                <a:cs typeface="Arial"/>
              </a:defRPr>
            </a:pPr>
            <a:r>
              <a:rPr sz="825">
                <a:solidFill>
                  <a:srgbClr val="60738A"/>
                </a:solidFill>
                <a:latin typeface="Arial"/>
                <a:ea typeface="Arial"/>
                <a:cs typeface="Arial"/>
              </a:rPr>
              <a:t>Terreno Conectado · Avance Fase 2</a:t>
            </a:r>
          </a:p>
        </p:txBody>
      </p:sp>
      <p:sp>
        <p:nvSpPr>
          <p:cNvPr id="31" name="">
            <a:extLst xmlns:a="http://schemas.openxmlformats.org/drawingml/2006/main">
              <a:ext uri="{FF2B5EF4-FFF2-40B4-BE49-F238E27FC236}">
                <a16:creationId xmlns:a16="http://schemas.microsoft.com/office/drawing/2014/main" id="{E444CF84-C446-42FB-B3C4-F8502F0E1A92}"/>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60738A"/>
                </a:solidFill>
                <a:latin typeface="Arial"/>
                <a:ea typeface="Arial"/>
                <a:cs typeface="Arial"/>
              </a:defRPr>
            </a:defPPr>
          </a:lstStyle>
          <a:p xmlns:a="http://schemas.openxmlformats.org/drawingml/2006/main">
            <a:pPr>
              <a:buNone/>
              <a:defRPr sz="825" b="1">
                <a:solidFill>
                  <a:srgbClr val="60738A"/>
                </a:solidFill>
                <a:latin typeface="Arial"/>
                <a:ea typeface="Arial"/>
                <a:cs typeface="Arial"/>
              </a:defRPr>
            </a:pPr>
            <a:r>
              <a:rPr sz="825" b="1">
                <a:solidFill>
                  <a:srgbClr val="60738A"/>
                </a:solidFill>
                <a:latin typeface="Arial"/>
                <a:ea typeface="Arial"/>
                <a:cs typeface="Arial"/>
              </a:rPr>
              <a:t>04</a:t>
            </a:r>
          </a:p>
        </p:txBody>
      </p:sp>
    </p:spTree>
    <p:extLst>
      <p:ext uri="{BB962C8B-B14F-4D97-AF65-F5344CB8AC3E}">
        <p14:creationId xmlns:p14="http://schemas.microsoft.com/office/powerpoint/2010/main" val="7283562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F77EA07-C7FF-4341-B655-A49B9B4FAFAF}"/>
              </a:ext>
            </a:extLst>
          </p:cNvPr>
          <p:cNvSpPr>
            <a:spLocks xmlns:a="http://schemas.openxmlformats.org/drawingml/2006/main" noGrp="1"/>
          </p:cNvSpPr>
          <p:nvPr/>
        </p:nvSpPr>
        <p:spPr>
          <a:xfrm xmlns:a="http://schemas.openxmlformats.org/drawingml/2006/main">
            <a:off x="685800" y="4000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16B8B1"/>
                </a:solidFill>
                <a:latin typeface="Arial"/>
                <a:ea typeface="Arial"/>
                <a:cs typeface="Arial"/>
              </a:defRPr>
            </a:defPPr>
          </a:lstStyle>
          <a:p xmlns:a="http://schemas.openxmlformats.org/drawingml/2006/main">
            <a:pPr>
              <a:buNone/>
              <a:defRPr sz="900" b="1">
                <a:solidFill>
                  <a:srgbClr val="16B8B1"/>
                </a:solidFill>
                <a:latin typeface="Arial"/>
                <a:ea typeface="Arial"/>
                <a:cs typeface="Arial"/>
              </a:defRPr>
            </a:pPr>
            <a:r>
              <a:rPr sz="900" b="1">
                <a:solidFill>
                  <a:srgbClr val="16B8B1"/>
                </a:solidFill>
                <a:latin typeface="Arial"/>
                <a:ea typeface="Arial"/>
                <a:cs typeface="Arial"/>
              </a:rPr>
              <a:t>APLICACIÓN WEB</a:t>
            </a:r>
          </a:p>
        </p:txBody>
      </p:sp>
      <p:sp>
        <p:nvSpPr>
          <p:cNvPr id="2" name="">
            <a:extLst xmlns:a="http://schemas.openxmlformats.org/drawingml/2006/main">
              <a:ext uri="{FF2B5EF4-FFF2-40B4-BE49-F238E27FC236}">
                <a16:creationId xmlns:a16="http://schemas.microsoft.com/office/drawing/2014/main" id="{C8FD5E48-18CF-4E5A-83A9-617618E5E682}"/>
              </a:ext>
            </a:extLst>
          </p:cNvPr>
          <p:cNvSpPr>
            <a:spLocks xmlns:a="http://schemas.openxmlformats.org/drawingml/2006/main" noGrp="1"/>
          </p:cNvSpPr>
          <p:nvPr/>
        </p:nvSpPr>
        <p:spPr>
          <a:xfrm xmlns:a="http://schemas.openxmlformats.org/drawingml/2006/main">
            <a:off x="685800" y="723900"/>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52238"/>
                </a:solidFill>
                <a:latin typeface="Arial"/>
                <a:ea typeface="Arial"/>
                <a:cs typeface="Arial"/>
              </a:defRPr>
            </a:defPPr>
          </a:lstStyle>
          <a:p xmlns:a="http://schemas.openxmlformats.org/drawingml/2006/main">
            <a:pPr>
              <a:buNone/>
              <a:defRPr sz="2550" b="1">
                <a:solidFill>
                  <a:srgbClr val="152238"/>
                </a:solidFill>
                <a:latin typeface="Arial"/>
                <a:ea typeface="Arial"/>
                <a:cs typeface="Arial"/>
              </a:defRPr>
            </a:pPr>
            <a:r>
              <a:rPr sz="2550" b="1">
                <a:solidFill>
                  <a:srgbClr val="152238"/>
                </a:solidFill>
                <a:latin typeface="Arial"/>
                <a:ea typeface="Arial"/>
                <a:cs typeface="Arial"/>
              </a:rPr>
              <a:t>Evidencia funcional: catálogo del trabajador</a:t>
            </a:r>
          </a:p>
        </p:txBody>
      </p:sp>
      <p:sp>
        <p:nvSpPr>
          <p:cNvPr id="3" name="">
            <a:extLst xmlns:a="http://schemas.openxmlformats.org/drawingml/2006/main">
              <a:ext uri="{FF2B5EF4-FFF2-40B4-BE49-F238E27FC236}">
                <a16:creationId xmlns:a16="http://schemas.microsoft.com/office/drawing/2014/main" id="{A5E1482E-5C18-401C-AB9F-8F777D67D09B}"/>
              </a:ext>
            </a:extLst>
          </p:cNvPr>
          <p:cNvSpPr>
            <a:spLocks xmlns:a="http://schemas.openxmlformats.org/drawingml/2006/main" noGrp="1"/>
          </p:cNvSpPr>
          <p:nvPr/>
        </p:nvSpPr>
        <p:spPr>
          <a:xfrm xmlns:a="http://schemas.openxmlformats.org/drawingml/2006/main">
            <a:off x="685800" y="1333500"/>
            <a:ext cx="685800" cy="38100"/>
          </a:xfrm>
          <a:prstGeom xmlns:a="http://schemas.openxmlformats.org/drawingml/2006/main" prst="rect">
            <a:avLst/>
          </a:prstGeom>
          <a:solidFill xmlns:a="http://schemas.openxmlformats.org/drawingml/2006/main">
            <a:srgbClr val="16B8B1"/>
          </a:solidFill>
          <a:ln xmlns:a="http://schemas.openxmlformats.org/drawingml/2006/main" w="9525">
            <a:solidFill>
              <a:srgbClr val="16B8B1"/>
            </a:solidFill>
            <a:prstDash val="solid"/>
          </a:ln>
        </p:spPr>
      </p:sp>
      <p:pic>
        <p:nvPicPr>
          <p:cNvPr id="4" name="">
            <a:extLst xmlns:a="http://schemas.openxmlformats.org/drawingml/2006/main">
              <a:ext uri="{FF2B5EF4-FFF2-40B4-BE49-F238E27FC236}">
                <a16:creationId xmlns:a16="http://schemas.microsoft.com/office/drawing/2014/main" id="{75FB7C36-5530-42A7-B849-62AD2BC231F5}"/>
              </a:ext>
            </a:extLst>
          </p:cNvPr>
          <p:cNvPicPr>
            <a:picLocks xmlns:a="http://schemas.openxmlformats.org/drawingml/2006/main" noChangeAspect="1"/>
          </p:cNvPicPr>
          <p:nvPr/>
        </p:nvPicPr>
        <p:blipFill>
          <a:blip xmlns:r="http://schemas.openxmlformats.org/officeDocument/2006/relationships" xmlns:a="http://schemas.openxmlformats.org/drawingml/2006/main" r:embed="R73498706c03e47cb"/>
          <a:stretch xmlns:a="http://schemas.openxmlformats.org/drawingml/2006/main"/>
        </p:blipFill>
        <p:spPr>
          <a:xfrm xmlns:a="http://schemas.openxmlformats.org/drawingml/2006/main">
            <a:off x="728133" y="1762125"/>
            <a:ext cx="6773333" cy="3810000"/>
          </a:xfrm>
          <a:prstGeom xmlns:a="http://schemas.openxmlformats.org/drawingml/2006/main" prst="roundRect">
            <a:avLst>
              <a:gd name="adj" fmla="val 3000"/>
            </a:avLst>
          </a:prstGeom>
        </p:spPr>
      </p:pic>
      <p:sp>
        <p:nvSpPr>
          <p:cNvPr id="5" name="">
            <a:extLst xmlns:a="http://schemas.openxmlformats.org/drawingml/2006/main">
              <a:ext uri="{FF2B5EF4-FFF2-40B4-BE49-F238E27FC236}">
                <a16:creationId xmlns:a16="http://schemas.microsoft.com/office/drawing/2014/main" id="{7D095069-D103-42A1-93C2-64EB052D5CA1}"/>
              </a:ext>
            </a:extLst>
          </p:cNvPr>
          <p:cNvSpPr>
            <a:spLocks xmlns:a="http://schemas.openxmlformats.org/drawingml/2006/main" noGrp="1"/>
          </p:cNvSpPr>
          <p:nvPr/>
        </p:nvSpPr>
        <p:spPr>
          <a:xfrm xmlns:a="http://schemas.openxmlformats.org/drawingml/2006/main">
            <a:off x="8039100" y="214312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52238"/>
                </a:solidFill>
                <a:latin typeface="Arial"/>
                <a:ea typeface="Arial"/>
                <a:cs typeface="Arial"/>
              </a:defRPr>
            </a:defPPr>
          </a:lstStyle>
          <a:p xmlns:a="http://schemas.openxmlformats.org/drawingml/2006/main">
            <a:pPr>
              <a:buNone/>
              <a:defRPr sz="1800" b="1">
                <a:solidFill>
                  <a:srgbClr val="152238"/>
                </a:solidFill>
                <a:latin typeface="Arial"/>
                <a:ea typeface="Arial"/>
                <a:cs typeface="Arial"/>
              </a:defRPr>
            </a:pPr>
            <a:r>
              <a:rPr sz="1800" b="1">
                <a:solidFill>
                  <a:srgbClr val="152238"/>
                </a:solidFill>
                <a:latin typeface="Arial"/>
                <a:ea typeface="Arial"/>
                <a:cs typeface="Arial"/>
              </a:rPr>
              <a:t>El catálogo se filtra por faena y rol.</a:t>
            </a:r>
          </a:p>
        </p:txBody>
      </p:sp>
      <p:sp>
        <p:nvSpPr>
          <p:cNvPr id="6" name="">
            <a:extLst xmlns:a="http://schemas.openxmlformats.org/drawingml/2006/main">
              <a:ext uri="{FF2B5EF4-FFF2-40B4-BE49-F238E27FC236}">
                <a16:creationId xmlns:a16="http://schemas.microsoft.com/office/drawing/2014/main" id="{745A8414-95D6-4790-ADDB-75F2F5358857}"/>
              </a:ext>
            </a:extLst>
          </p:cNvPr>
          <p:cNvSpPr>
            <a:spLocks xmlns:a="http://schemas.openxmlformats.org/drawingml/2006/main" noGrp="1"/>
          </p:cNvSpPr>
          <p:nvPr/>
        </p:nvSpPr>
        <p:spPr>
          <a:xfrm xmlns:a="http://schemas.openxmlformats.org/drawingml/2006/main">
            <a:off x="8039100" y="3209925"/>
            <a:ext cx="76200" cy="76200"/>
          </a:xfrm>
          <a:prstGeom xmlns:a="http://schemas.openxmlformats.org/drawingml/2006/main" prst="roundRect">
            <a:avLst>
              <a:gd name="adj" fmla="val 50000"/>
            </a:avLst>
          </a:prstGeom>
          <a:solidFill xmlns:a="http://schemas.openxmlformats.org/drawingml/2006/main">
            <a:srgbClr val="16B8B1"/>
          </a:solidFill>
          <a:ln xmlns:a="http://schemas.openxmlformats.org/drawingml/2006/main" w="9525">
            <a:solidFill>
              <a:srgbClr val="16B8B1"/>
            </a:solidFill>
            <a:prstDash val="solid"/>
          </a:ln>
        </p:spPr>
      </p:sp>
      <p:sp>
        <p:nvSpPr>
          <p:cNvPr id="7" name="">
            <a:extLst xmlns:a="http://schemas.openxmlformats.org/drawingml/2006/main">
              <a:ext uri="{FF2B5EF4-FFF2-40B4-BE49-F238E27FC236}">
                <a16:creationId xmlns:a16="http://schemas.microsoft.com/office/drawing/2014/main" id="{EB190D49-20D3-4843-B90A-D24ED4B1B64C}"/>
              </a:ext>
            </a:extLst>
          </p:cNvPr>
          <p:cNvSpPr>
            <a:spLocks xmlns:a="http://schemas.openxmlformats.org/drawingml/2006/main" noGrp="1"/>
          </p:cNvSpPr>
          <p:nvPr/>
        </p:nvSpPr>
        <p:spPr>
          <a:xfrm xmlns:a="http://schemas.openxmlformats.org/drawingml/2006/main">
            <a:off x="8229600" y="314325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152238"/>
                </a:solidFill>
                <a:latin typeface="Arial"/>
                <a:ea typeface="Arial"/>
                <a:cs typeface="Arial"/>
              </a:defRPr>
            </a:defPPr>
          </a:lstStyle>
          <a:p xmlns:a="http://schemas.openxmlformats.org/drawingml/2006/main">
            <a:pPr>
              <a:buNone/>
              <a:defRPr sz="1425">
                <a:solidFill>
                  <a:srgbClr val="152238"/>
                </a:solidFill>
                <a:latin typeface="Arial"/>
                <a:ea typeface="Arial"/>
                <a:cs typeface="Arial"/>
              </a:defRPr>
            </a:pPr>
            <a:r>
              <a:rPr sz="1425">
                <a:solidFill>
                  <a:srgbClr val="152238"/>
                </a:solidFill>
                <a:latin typeface="Arial"/>
                <a:ea typeface="Arial"/>
                <a:cs typeface="Arial"/>
              </a:rPr>
              <a:t>Cada trabajador ve sólo formularios asignados.</a:t>
            </a:r>
          </a:p>
        </p:txBody>
      </p:sp>
      <p:sp>
        <p:nvSpPr>
          <p:cNvPr id="8" name="">
            <a:extLst xmlns:a="http://schemas.openxmlformats.org/drawingml/2006/main">
              <a:ext uri="{FF2B5EF4-FFF2-40B4-BE49-F238E27FC236}">
                <a16:creationId xmlns:a16="http://schemas.microsoft.com/office/drawing/2014/main" id="{568FD224-5210-4C15-91CD-B11028BD4EB6}"/>
              </a:ext>
            </a:extLst>
          </p:cNvPr>
          <p:cNvSpPr>
            <a:spLocks xmlns:a="http://schemas.openxmlformats.org/drawingml/2006/main" noGrp="1"/>
          </p:cNvSpPr>
          <p:nvPr/>
        </p:nvSpPr>
        <p:spPr>
          <a:xfrm xmlns:a="http://schemas.openxmlformats.org/drawingml/2006/main">
            <a:off x="8039100" y="3952875"/>
            <a:ext cx="76200" cy="76200"/>
          </a:xfrm>
          <a:prstGeom xmlns:a="http://schemas.openxmlformats.org/drawingml/2006/main" prst="roundRect">
            <a:avLst>
              <a:gd name="adj" fmla="val 50000"/>
            </a:avLst>
          </a:prstGeom>
          <a:solidFill xmlns:a="http://schemas.openxmlformats.org/drawingml/2006/main">
            <a:srgbClr val="16B8B1"/>
          </a:solidFill>
          <a:ln xmlns:a="http://schemas.openxmlformats.org/drawingml/2006/main" w="9525">
            <a:solidFill>
              <a:srgbClr val="16B8B1"/>
            </a:solidFill>
            <a:prstDash val="solid"/>
          </a:ln>
        </p:spPr>
      </p:sp>
      <p:sp>
        <p:nvSpPr>
          <p:cNvPr id="9" name="">
            <a:extLst xmlns:a="http://schemas.openxmlformats.org/drawingml/2006/main">
              <a:ext uri="{FF2B5EF4-FFF2-40B4-BE49-F238E27FC236}">
                <a16:creationId xmlns:a16="http://schemas.microsoft.com/office/drawing/2014/main" id="{76ABB6B9-14A0-4529-A61E-2FDFE462A83F}"/>
              </a:ext>
            </a:extLst>
          </p:cNvPr>
          <p:cNvSpPr>
            <a:spLocks xmlns:a="http://schemas.openxmlformats.org/drawingml/2006/main" noGrp="1"/>
          </p:cNvSpPr>
          <p:nvPr/>
        </p:nvSpPr>
        <p:spPr>
          <a:xfrm xmlns:a="http://schemas.openxmlformats.org/drawingml/2006/main">
            <a:off x="8229600" y="38862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152238"/>
                </a:solidFill>
                <a:latin typeface="Arial"/>
                <a:ea typeface="Arial"/>
                <a:cs typeface="Arial"/>
              </a:defRPr>
            </a:defPPr>
          </a:lstStyle>
          <a:p xmlns:a="http://schemas.openxmlformats.org/drawingml/2006/main">
            <a:pPr>
              <a:buNone/>
              <a:defRPr sz="1425">
                <a:solidFill>
                  <a:srgbClr val="152238"/>
                </a:solidFill>
                <a:latin typeface="Arial"/>
                <a:ea typeface="Arial"/>
                <a:cs typeface="Arial"/>
              </a:defRPr>
            </a:pPr>
            <a:r>
              <a:rPr sz="1425">
                <a:solidFill>
                  <a:srgbClr val="152238"/>
                </a:solidFill>
                <a:latin typeface="Arial"/>
                <a:ea typeface="Arial"/>
                <a:cs typeface="Arial"/>
              </a:rPr>
              <a:t>El administrador puede crear o quitar asignaciones.</a:t>
            </a:r>
          </a:p>
        </p:txBody>
      </p:sp>
      <p:sp>
        <p:nvSpPr>
          <p:cNvPr id="10" name="">
            <a:extLst xmlns:a="http://schemas.openxmlformats.org/drawingml/2006/main">
              <a:ext uri="{FF2B5EF4-FFF2-40B4-BE49-F238E27FC236}">
                <a16:creationId xmlns:a16="http://schemas.microsoft.com/office/drawing/2014/main" id="{2FF595D4-3320-41AF-8963-3C058B87D890}"/>
              </a:ext>
            </a:extLst>
          </p:cNvPr>
          <p:cNvSpPr>
            <a:spLocks xmlns:a="http://schemas.openxmlformats.org/drawingml/2006/main" noGrp="1"/>
          </p:cNvSpPr>
          <p:nvPr/>
        </p:nvSpPr>
        <p:spPr>
          <a:xfrm xmlns:a="http://schemas.openxmlformats.org/drawingml/2006/main">
            <a:off x="8039100" y="4762500"/>
            <a:ext cx="285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60738A"/>
                </a:solidFill>
                <a:latin typeface="Arial"/>
                <a:ea typeface="Arial"/>
                <a:cs typeface="Arial"/>
              </a:defRPr>
            </a:defPPr>
          </a:lstStyle>
          <a:p xmlns:a="http://schemas.openxmlformats.org/drawingml/2006/main">
            <a:pPr>
              <a:buNone/>
              <a:defRPr sz="1275">
                <a:solidFill>
                  <a:srgbClr val="60738A"/>
                </a:solidFill>
                <a:latin typeface="Arial"/>
                <a:ea typeface="Arial"/>
                <a:cs typeface="Arial"/>
              </a:defRPr>
            </a:pPr>
            <a:r>
              <a:rPr sz="1275">
                <a:solidFill>
                  <a:srgbClr val="60738A"/>
                </a:solidFill>
                <a:latin typeface="Arial"/>
                <a:ea typeface="Arial"/>
                <a:cs typeface="Arial"/>
              </a:rPr>
              <a:t>La aplicación no muestra revisiones ni plantillas ajenas a la asignación vigente.</a:t>
            </a:r>
          </a:p>
        </p:txBody>
      </p:sp>
      <p:sp>
        <p:nvSpPr>
          <p:cNvPr id="11" name="">
            <a:extLst xmlns:a="http://schemas.openxmlformats.org/drawingml/2006/main">
              <a:ext uri="{FF2B5EF4-FFF2-40B4-BE49-F238E27FC236}">
                <a16:creationId xmlns:a16="http://schemas.microsoft.com/office/drawing/2014/main" id="{A7A556BE-7F79-466C-8123-9834E9B00909}"/>
              </a:ext>
            </a:extLst>
          </p:cNvPr>
          <p:cNvSpPr>
            <a:spLocks xmlns:a="http://schemas.openxmlformats.org/drawingml/2006/main" noGrp="1"/>
          </p:cNvSpPr>
          <p:nvPr/>
        </p:nvSpPr>
        <p:spPr>
          <a:xfrm xmlns:a="http://schemas.openxmlformats.org/drawingml/2006/main">
            <a:off x="685800" y="649605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a:solidFill>
                  <a:srgbClr val="60738A"/>
                </a:solidFill>
                <a:latin typeface="Arial"/>
                <a:ea typeface="Arial"/>
                <a:cs typeface="Arial"/>
              </a:defRPr>
            </a:defPPr>
          </a:lstStyle>
          <a:p xmlns:a="http://schemas.openxmlformats.org/drawingml/2006/main">
            <a:pPr>
              <a:buNone/>
              <a:defRPr sz="825">
                <a:solidFill>
                  <a:srgbClr val="60738A"/>
                </a:solidFill>
                <a:latin typeface="Arial"/>
                <a:ea typeface="Arial"/>
                <a:cs typeface="Arial"/>
              </a:defRPr>
            </a:pPr>
            <a:r>
              <a:rPr sz="825">
                <a:solidFill>
                  <a:srgbClr val="60738A"/>
                </a:solidFill>
                <a:latin typeface="Arial"/>
                <a:ea typeface="Arial"/>
                <a:cs typeface="Arial"/>
              </a:rPr>
              <a:t>Terreno Conectado · Avance Fase 2</a:t>
            </a:r>
          </a:p>
        </p:txBody>
      </p:sp>
      <p:sp>
        <p:nvSpPr>
          <p:cNvPr id="12" name="">
            <a:extLst xmlns:a="http://schemas.openxmlformats.org/drawingml/2006/main">
              <a:ext uri="{FF2B5EF4-FFF2-40B4-BE49-F238E27FC236}">
                <a16:creationId xmlns:a16="http://schemas.microsoft.com/office/drawing/2014/main" id="{1FCC6522-C05C-46CC-BD78-DC005073481B}"/>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60738A"/>
                </a:solidFill>
                <a:latin typeface="Arial"/>
                <a:ea typeface="Arial"/>
                <a:cs typeface="Arial"/>
              </a:defRPr>
            </a:defPPr>
          </a:lstStyle>
          <a:p xmlns:a="http://schemas.openxmlformats.org/drawingml/2006/main">
            <a:pPr>
              <a:buNone/>
              <a:defRPr sz="825" b="1">
                <a:solidFill>
                  <a:srgbClr val="60738A"/>
                </a:solidFill>
                <a:latin typeface="Arial"/>
                <a:ea typeface="Arial"/>
                <a:cs typeface="Arial"/>
              </a:defRPr>
            </a:pPr>
            <a:r>
              <a:rPr sz="825" b="1">
                <a:solidFill>
                  <a:srgbClr val="60738A"/>
                </a:solidFill>
                <a:latin typeface="Arial"/>
                <a:ea typeface="Arial"/>
                <a:cs typeface="Arial"/>
              </a:rPr>
              <a:t>05</a:t>
            </a:r>
          </a:p>
        </p:txBody>
      </p:sp>
    </p:spTree>
    <p:extLst>
      <p:ext uri="{BB962C8B-B14F-4D97-AF65-F5344CB8AC3E}">
        <p14:creationId xmlns:p14="http://schemas.microsoft.com/office/powerpoint/2010/main" val="1967717088"/>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DFA589-7E4F-4ED9-9DF2-4B6285A279E8}"/>
              </a:ext>
            </a:extLst>
          </p:cNvPr>
          <p:cNvSpPr>
            <a:spLocks xmlns:a="http://schemas.openxmlformats.org/drawingml/2006/main" noGrp="1"/>
          </p:cNvSpPr>
          <p:nvPr/>
        </p:nvSpPr>
        <p:spPr>
          <a:xfrm xmlns:a="http://schemas.openxmlformats.org/drawingml/2006/main">
            <a:off x="685800" y="4000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16B8B1"/>
                </a:solidFill>
                <a:latin typeface="Arial"/>
                <a:ea typeface="Arial"/>
                <a:cs typeface="Arial"/>
              </a:defRPr>
            </a:defPPr>
          </a:lstStyle>
          <a:p xmlns:a="http://schemas.openxmlformats.org/drawingml/2006/main">
            <a:pPr>
              <a:buNone/>
              <a:defRPr sz="900" b="1">
                <a:solidFill>
                  <a:srgbClr val="16B8B1"/>
                </a:solidFill>
                <a:latin typeface="Arial"/>
                <a:ea typeface="Arial"/>
                <a:cs typeface="Arial"/>
              </a:defRPr>
            </a:pPr>
            <a:r>
              <a:rPr sz="900" b="1">
                <a:solidFill>
                  <a:srgbClr val="16B8B1"/>
                </a:solidFill>
                <a:latin typeface="Arial"/>
                <a:ea typeface="Arial"/>
                <a:cs typeface="Arial"/>
              </a:rPr>
              <a:t>APLICACIÓN WEB</a:t>
            </a:r>
          </a:p>
        </p:txBody>
      </p:sp>
      <p:sp>
        <p:nvSpPr>
          <p:cNvPr id="2" name="">
            <a:extLst xmlns:a="http://schemas.openxmlformats.org/drawingml/2006/main">
              <a:ext uri="{FF2B5EF4-FFF2-40B4-BE49-F238E27FC236}">
                <a16:creationId xmlns:a16="http://schemas.microsoft.com/office/drawing/2014/main" id="{E4F9E5BF-85F9-4399-A0C1-DAD11805ECC9}"/>
              </a:ext>
            </a:extLst>
          </p:cNvPr>
          <p:cNvSpPr>
            <a:spLocks xmlns:a="http://schemas.openxmlformats.org/drawingml/2006/main" noGrp="1"/>
          </p:cNvSpPr>
          <p:nvPr/>
        </p:nvSpPr>
        <p:spPr>
          <a:xfrm xmlns:a="http://schemas.openxmlformats.org/drawingml/2006/main">
            <a:off x="685800" y="723900"/>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52238"/>
                </a:solidFill>
                <a:latin typeface="Arial"/>
                <a:ea typeface="Arial"/>
                <a:cs typeface="Arial"/>
              </a:defRPr>
            </a:defPPr>
          </a:lstStyle>
          <a:p xmlns:a="http://schemas.openxmlformats.org/drawingml/2006/main">
            <a:pPr>
              <a:buNone/>
              <a:defRPr sz="2550" b="1">
                <a:solidFill>
                  <a:srgbClr val="152238"/>
                </a:solidFill>
                <a:latin typeface="Arial"/>
                <a:ea typeface="Arial"/>
                <a:cs typeface="Arial"/>
              </a:defRPr>
            </a:pPr>
            <a:r>
              <a:rPr sz="2550" b="1">
                <a:solidFill>
                  <a:srgbClr val="152238"/>
                </a:solidFill>
                <a:latin typeface="Arial"/>
                <a:ea typeface="Arial"/>
                <a:cs typeface="Arial"/>
              </a:rPr>
              <a:t>Evidencia funcional: administración de plantillas</a:t>
            </a:r>
          </a:p>
        </p:txBody>
      </p:sp>
      <p:sp>
        <p:nvSpPr>
          <p:cNvPr id="3" name="">
            <a:extLst xmlns:a="http://schemas.openxmlformats.org/drawingml/2006/main">
              <a:ext uri="{FF2B5EF4-FFF2-40B4-BE49-F238E27FC236}">
                <a16:creationId xmlns:a16="http://schemas.microsoft.com/office/drawing/2014/main" id="{6C1B2AC6-8B53-405D-B24E-7D96D3F3B355}"/>
              </a:ext>
            </a:extLst>
          </p:cNvPr>
          <p:cNvSpPr>
            <a:spLocks xmlns:a="http://schemas.openxmlformats.org/drawingml/2006/main" noGrp="1"/>
          </p:cNvSpPr>
          <p:nvPr/>
        </p:nvSpPr>
        <p:spPr>
          <a:xfrm xmlns:a="http://schemas.openxmlformats.org/drawingml/2006/main">
            <a:off x="685800" y="1333500"/>
            <a:ext cx="685800" cy="38100"/>
          </a:xfrm>
          <a:prstGeom xmlns:a="http://schemas.openxmlformats.org/drawingml/2006/main" prst="rect">
            <a:avLst/>
          </a:prstGeom>
          <a:solidFill xmlns:a="http://schemas.openxmlformats.org/drawingml/2006/main">
            <a:srgbClr val="16B8B1"/>
          </a:solidFill>
          <a:ln xmlns:a="http://schemas.openxmlformats.org/drawingml/2006/main" w="9525">
            <a:solidFill>
              <a:srgbClr val="16B8B1"/>
            </a:solidFill>
            <a:prstDash val="solid"/>
          </a:ln>
        </p:spPr>
      </p:sp>
      <p:pic>
        <p:nvPicPr>
          <p:cNvPr id="4" name="">
            <a:extLst xmlns:a="http://schemas.openxmlformats.org/drawingml/2006/main">
              <a:ext uri="{FF2B5EF4-FFF2-40B4-BE49-F238E27FC236}">
                <a16:creationId xmlns:a16="http://schemas.microsoft.com/office/drawing/2014/main" id="{3E8F8927-DCFE-4427-896D-EB9F30CF0A33}"/>
              </a:ext>
            </a:extLst>
          </p:cNvPr>
          <p:cNvPicPr>
            <a:picLocks xmlns:a="http://schemas.openxmlformats.org/drawingml/2006/main" noChangeAspect="1"/>
          </p:cNvPicPr>
          <p:nvPr/>
        </p:nvPicPr>
        <p:blipFill>
          <a:blip xmlns:r="http://schemas.openxmlformats.org/officeDocument/2006/relationships" xmlns:a="http://schemas.openxmlformats.org/drawingml/2006/main" r:embed="R123a557c1a3349ca"/>
          <a:stretch xmlns:a="http://schemas.openxmlformats.org/drawingml/2006/main"/>
        </p:blipFill>
        <p:spPr>
          <a:xfrm xmlns:a="http://schemas.openxmlformats.org/drawingml/2006/main">
            <a:off x="4810125" y="1768078"/>
            <a:ext cx="6667500" cy="3750469"/>
          </a:xfrm>
          <a:prstGeom xmlns:a="http://schemas.openxmlformats.org/drawingml/2006/main" prst="roundRect">
            <a:avLst>
              <a:gd name="adj" fmla="val 2963"/>
            </a:avLst>
          </a:prstGeom>
        </p:spPr>
      </p:pic>
      <p:sp>
        <p:nvSpPr>
          <p:cNvPr id="5" name="">
            <a:extLst xmlns:a="http://schemas.openxmlformats.org/drawingml/2006/main">
              <a:ext uri="{FF2B5EF4-FFF2-40B4-BE49-F238E27FC236}">
                <a16:creationId xmlns:a16="http://schemas.microsoft.com/office/drawing/2014/main" id="{5928171D-19DA-4E5D-A5F1-77B2C6980FF3}"/>
              </a:ext>
            </a:extLst>
          </p:cNvPr>
          <p:cNvSpPr>
            <a:spLocks xmlns:a="http://schemas.openxmlformats.org/drawingml/2006/main" noGrp="1"/>
          </p:cNvSpPr>
          <p:nvPr/>
        </p:nvSpPr>
        <p:spPr>
          <a:xfrm xmlns:a="http://schemas.openxmlformats.org/drawingml/2006/main">
            <a:off x="685800" y="2095500"/>
            <a:ext cx="342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52238"/>
                </a:solidFill>
                <a:latin typeface="Arial"/>
                <a:ea typeface="Arial"/>
                <a:cs typeface="Arial"/>
              </a:defRPr>
            </a:defPPr>
          </a:lstStyle>
          <a:p xmlns:a="http://schemas.openxmlformats.org/drawingml/2006/main">
            <a:pPr>
              <a:buNone/>
              <a:defRPr sz="2025" b="1">
                <a:solidFill>
                  <a:srgbClr val="152238"/>
                </a:solidFill>
                <a:latin typeface="Arial"/>
                <a:ea typeface="Arial"/>
                <a:cs typeface="Arial"/>
              </a:defRPr>
            </a:pPr>
            <a:r>
              <a:rPr sz="2025" b="1">
                <a:solidFill>
                  <a:srgbClr val="152238"/>
                </a:solidFill>
                <a:latin typeface="Arial"/>
                <a:ea typeface="Arial"/>
                <a:cs typeface="Arial"/>
              </a:rPr>
              <a:t>Importa Excel, publica la revisión y asigna por faena y rol.</a:t>
            </a:r>
          </a:p>
        </p:txBody>
      </p:sp>
      <p:sp>
        <p:nvSpPr>
          <p:cNvPr id="6" name="">
            <a:extLst xmlns:a="http://schemas.openxmlformats.org/drawingml/2006/main">
              <a:ext uri="{FF2B5EF4-FFF2-40B4-BE49-F238E27FC236}">
                <a16:creationId xmlns:a16="http://schemas.microsoft.com/office/drawing/2014/main" id="{B9023685-094D-439D-A54A-A2467190CAD7}"/>
              </a:ext>
            </a:extLst>
          </p:cNvPr>
          <p:cNvSpPr>
            <a:spLocks xmlns:a="http://schemas.openxmlformats.org/drawingml/2006/main" noGrp="1"/>
          </p:cNvSpPr>
          <p:nvPr/>
        </p:nvSpPr>
        <p:spPr>
          <a:xfrm xmlns:a="http://schemas.openxmlformats.org/drawingml/2006/main">
            <a:off x="685800" y="3238500"/>
            <a:ext cx="342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60738A"/>
                </a:solidFill>
                <a:latin typeface="Arial"/>
                <a:ea typeface="Arial"/>
                <a:cs typeface="Arial"/>
              </a:defRPr>
            </a:defPPr>
          </a:lstStyle>
          <a:p xmlns:a="http://schemas.openxmlformats.org/drawingml/2006/main">
            <a:pPr>
              <a:buNone/>
              <a:defRPr sz="1500">
                <a:solidFill>
                  <a:srgbClr val="60738A"/>
                </a:solidFill>
                <a:latin typeface="Arial"/>
                <a:ea typeface="Arial"/>
                <a:cs typeface="Arial"/>
              </a:defRPr>
            </a:pPr>
            <a:r>
              <a:rPr sz="1500">
                <a:solidFill>
                  <a:srgbClr val="60738A"/>
                </a:solidFill>
                <a:latin typeface="Arial"/>
                <a:ea typeface="Arial"/>
                <a:cs typeface="Arial"/>
              </a:rPr>
              <a:t>El original queda disponible offline para exportar las respuestas.</a:t>
            </a:r>
          </a:p>
        </p:txBody>
      </p:sp>
      <p:sp>
        <p:nvSpPr>
          <p:cNvPr id="7" name="">
            <a:extLst xmlns:a="http://schemas.openxmlformats.org/drawingml/2006/main">
              <a:ext uri="{FF2B5EF4-FFF2-40B4-BE49-F238E27FC236}">
                <a16:creationId xmlns:a16="http://schemas.microsoft.com/office/drawing/2014/main" id="{6942214F-30F5-48FC-9C99-1A0EBDA8C5C2}"/>
              </a:ext>
            </a:extLst>
          </p:cNvPr>
          <p:cNvSpPr>
            <a:spLocks xmlns:a="http://schemas.openxmlformats.org/drawingml/2006/main" noGrp="1"/>
          </p:cNvSpPr>
          <p:nvPr/>
        </p:nvSpPr>
        <p:spPr>
          <a:xfrm xmlns:a="http://schemas.openxmlformats.org/drawingml/2006/main">
            <a:off x="685800" y="4667250"/>
            <a:ext cx="3333750" cy="590550"/>
          </a:xfrm>
          <a:prstGeom xmlns:a="http://schemas.openxmlformats.org/drawingml/2006/main" prst="roundRect">
            <a:avLst>
              <a:gd name="adj" fmla="val 19355"/>
            </a:avLst>
          </a:prstGeom>
          <a:solidFill xmlns:a="http://schemas.openxmlformats.org/drawingml/2006/main">
            <a:srgbClr val="FFF0D3"/>
          </a:solidFill>
          <a:ln xmlns:a="http://schemas.openxmlformats.org/drawingml/2006/main" w="9525">
            <a:solidFill>
              <a:srgbClr val="FFF0D3"/>
            </a:solidFill>
            <a:prstDash val="solid"/>
          </a:ln>
        </p:spPr>
      </p:sp>
      <p:sp>
        <p:nvSpPr>
          <p:cNvPr id="8" name="">
            <a:extLst xmlns:a="http://schemas.openxmlformats.org/drawingml/2006/main">
              <a:ext uri="{FF2B5EF4-FFF2-40B4-BE49-F238E27FC236}">
                <a16:creationId xmlns:a16="http://schemas.microsoft.com/office/drawing/2014/main" id="{45789E12-9D28-4EF1-9A84-9EF990700FB4}"/>
              </a:ext>
            </a:extLst>
          </p:cNvPr>
          <p:cNvSpPr>
            <a:spLocks xmlns:a="http://schemas.openxmlformats.org/drawingml/2006/main" noGrp="1"/>
          </p:cNvSpPr>
          <p:nvPr/>
        </p:nvSpPr>
        <p:spPr>
          <a:xfrm xmlns:a="http://schemas.openxmlformats.org/drawingml/2006/main">
            <a:off x="914400" y="4829175"/>
            <a:ext cx="2895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52238"/>
                </a:solidFill>
                <a:latin typeface="Arial"/>
                <a:ea typeface="Arial"/>
                <a:cs typeface="Arial"/>
              </a:defRPr>
            </a:defPPr>
          </a:lstStyle>
          <a:p xmlns:a="http://schemas.openxmlformats.org/drawingml/2006/main">
            <a:pPr>
              <a:buNone/>
              <a:defRPr sz="1200" b="1">
                <a:solidFill>
                  <a:srgbClr val="152238"/>
                </a:solidFill>
                <a:latin typeface="Arial"/>
                <a:ea typeface="Arial"/>
                <a:cs typeface="Arial"/>
              </a:defRPr>
            </a:pPr>
            <a:r>
              <a:rPr sz="1200" b="1">
                <a:solidFill>
                  <a:srgbClr val="152238"/>
                </a:solidFill>
                <a:latin typeface="Arial"/>
                <a:ea typeface="Arial"/>
                <a:cs typeface="Arial"/>
              </a:rPr>
              <a:t>Asignación por faena o para toda la empresa.</a:t>
            </a:r>
          </a:p>
        </p:txBody>
      </p:sp>
      <p:sp>
        <p:nvSpPr>
          <p:cNvPr id="9" name="">
            <a:extLst xmlns:a="http://schemas.openxmlformats.org/drawingml/2006/main">
              <a:ext uri="{FF2B5EF4-FFF2-40B4-BE49-F238E27FC236}">
                <a16:creationId xmlns:a16="http://schemas.microsoft.com/office/drawing/2014/main" id="{34662208-72B1-4F03-B7CE-298CFB55D514}"/>
              </a:ext>
            </a:extLst>
          </p:cNvPr>
          <p:cNvSpPr>
            <a:spLocks xmlns:a="http://schemas.openxmlformats.org/drawingml/2006/main" noGrp="1"/>
          </p:cNvSpPr>
          <p:nvPr/>
        </p:nvSpPr>
        <p:spPr>
          <a:xfrm xmlns:a="http://schemas.openxmlformats.org/drawingml/2006/main">
            <a:off x="685800" y="649605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a:solidFill>
                  <a:srgbClr val="60738A"/>
                </a:solidFill>
                <a:latin typeface="Arial"/>
                <a:ea typeface="Arial"/>
                <a:cs typeface="Arial"/>
              </a:defRPr>
            </a:defPPr>
          </a:lstStyle>
          <a:p xmlns:a="http://schemas.openxmlformats.org/drawingml/2006/main">
            <a:pPr>
              <a:buNone/>
              <a:defRPr sz="825">
                <a:solidFill>
                  <a:srgbClr val="60738A"/>
                </a:solidFill>
                <a:latin typeface="Arial"/>
                <a:ea typeface="Arial"/>
                <a:cs typeface="Arial"/>
              </a:defRPr>
            </a:pPr>
            <a:r>
              <a:rPr sz="825">
                <a:solidFill>
                  <a:srgbClr val="60738A"/>
                </a:solidFill>
                <a:latin typeface="Arial"/>
                <a:ea typeface="Arial"/>
                <a:cs typeface="Arial"/>
              </a:rPr>
              <a:t>Terreno Conectado · Avance Fase 2</a:t>
            </a:r>
          </a:p>
        </p:txBody>
      </p:sp>
      <p:sp>
        <p:nvSpPr>
          <p:cNvPr id="10" name="">
            <a:extLst xmlns:a="http://schemas.openxmlformats.org/drawingml/2006/main">
              <a:ext uri="{FF2B5EF4-FFF2-40B4-BE49-F238E27FC236}">
                <a16:creationId xmlns:a16="http://schemas.microsoft.com/office/drawing/2014/main" id="{DF86F05E-112E-43FF-8CD0-AC86BC1E196E}"/>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60738A"/>
                </a:solidFill>
                <a:latin typeface="Arial"/>
                <a:ea typeface="Arial"/>
                <a:cs typeface="Arial"/>
              </a:defRPr>
            </a:defPPr>
          </a:lstStyle>
          <a:p xmlns:a="http://schemas.openxmlformats.org/drawingml/2006/main">
            <a:pPr>
              <a:buNone/>
              <a:defRPr sz="825" b="1">
                <a:solidFill>
                  <a:srgbClr val="60738A"/>
                </a:solidFill>
                <a:latin typeface="Arial"/>
                <a:ea typeface="Arial"/>
                <a:cs typeface="Arial"/>
              </a:defRPr>
            </a:pPr>
            <a:r>
              <a:rPr sz="825" b="1">
                <a:solidFill>
                  <a:srgbClr val="60738A"/>
                </a:solidFill>
                <a:latin typeface="Arial"/>
                <a:ea typeface="Arial"/>
                <a:cs typeface="Arial"/>
              </a:rPr>
              <a:t>06</a:t>
            </a:r>
          </a:p>
        </p:txBody>
      </p:sp>
    </p:spTree>
    <p:extLst>
      <p:ext uri="{BB962C8B-B14F-4D97-AF65-F5344CB8AC3E}">
        <p14:creationId xmlns:p14="http://schemas.microsoft.com/office/powerpoint/2010/main" val="1194159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C2D56BE-6C7A-4C56-BDB5-F95458164724}"/>
              </a:ext>
            </a:extLst>
          </p:cNvPr>
          <p:cNvSpPr>
            <a:spLocks xmlns:a="http://schemas.openxmlformats.org/drawingml/2006/main" noGrp="1"/>
          </p:cNvSpPr>
          <p:nvPr/>
        </p:nvSpPr>
        <p:spPr>
          <a:xfrm xmlns:a="http://schemas.openxmlformats.org/drawingml/2006/main">
            <a:off x="685800" y="4000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16B8B1"/>
                </a:solidFill>
                <a:latin typeface="Arial"/>
                <a:ea typeface="Arial"/>
                <a:cs typeface="Arial"/>
              </a:defRPr>
            </a:defPPr>
          </a:lstStyle>
          <a:p xmlns:a="http://schemas.openxmlformats.org/drawingml/2006/main">
            <a:pPr>
              <a:buNone/>
              <a:defRPr sz="900" b="1">
                <a:solidFill>
                  <a:srgbClr val="16B8B1"/>
                </a:solidFill>
                <a:latin typeface="Arial"/>
                <a:ea typeface="Arial"/>
                <a:cs typeface="Arial"/>
              </a:defRPr>
            </a:pPr>
            <a:r>
              <a:rPr sz="900" b="1">
                <a:solidFill>
                  <a:srgbClr val="16B8B1"/>
                </a:solidFill>
                <a:latin typeface="Arial"/>
                <a:ea typeface="Arial"/>
                <a:cs typeface="Arial"/>
              </a:rPr>
              <a:t>DISEÑO DE LA SOLUCIÓN</a:t>
            </a:r>
          </a:p>
        </p:txBody>
      </p:sp>
      <p:sp>
        <p:nvSpPr>
          <p:cNvPr id="2" name="">
            <a:extLst xmlns:a="http://schemas.openxmlformats.org/drawingml/2006/main">
              <a:ext uri="{FF2B5EF4-FFF2-40B4-BE49-F238E27FC236}">
                <a16:creationId xmlns:a16="http://schemas.microsoft.com/office/drawing/2014/main" id="{BBA84948-EB76-4EE9-85D7-732AA8EC1DBB}"/>
              </a:ext>
            </a:extLst>
          </p:cNvPr>
          <p:cNvSpPr>
            <a:spLocks xmlns:a="http://schemas.openxmlformats.org/drawingml/2006/main" noGrp="1"/>
          </p:cNvSpPr>
          <p:nvPr/>
        </p:nvSpPr>
        <p:spPr>
          <a:xfrm xmlns:a="http://schemas.openxmlformats.org/drawingml/2006/main">
            <a:off x="685800" y="723900"/>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52238"/>
                </a:solidFill>
                <a:latin typeface="Arial"/>
                <a:ea typeface="Arial"/>
                <a:cs typeface="Arial"/>
              </a:defRPr>
            </a:defPPr>
          </a:lstStyle>
          <a:p xmlns:a="http://schemas.openxmlformats.org/drawingml/2006/main">
            <a:pPr>
              <a:buNone/>
              <a:defRPr sz="2550" b="1">
                <a:solidFill>
                  <a:srgbClr val="152238"/>
                </a:solidFill>
                <a:latin typeface="Arial"/>
                <a:ea typeface="Arial"/>
                <a:cs typeface="Arial"/>
              </a:defRPr>
            </a:pPr>
            <a:r>
              <a:rPr sz="2550" b="1">
                <a:solidFill>
                  <a:srgbClr val="152238"/>
                </a:solidFill>
                <a:latin typeface="Arial"/>
                <a:ea typeface="Arial"/>
                <a:cs typeface="Arial"/>
              </a:rPr>
              <a:t>Arquitectura técnica</a:t>
            </a:r>
          </a:p>
        </p:txBody>
      </p:sp>
      <p:sp>
        <p:nvSpPr>
          <p:cNvPr id="3" name="">
            <a:extLst xmlns:a="http://schemas.openxmlformats.org/drawingml/2006/main">
              <a:ext uri="{FF2B5EF4-FFF2-40B4-BE49-F238E27FC236}">
                <a16:creationId xmlns:a16="http://schemas.microsoft.com/office/drawing/2014/main" id="{6B72ADB7-59FF-47C4-94A5-E4DA8582765A}"/>
              </a:ext>
            </a:extLst>
          </p:cNvPr>
          <p:cNvSpPr>
            <a:spLocks xmlns:a="http://schemas.openxmlformats.org/drawingml/2006/main" noGrp="1"/>
          </p:cNvSpPr>
          <p:nvPr/>
        </p:nvSpPr>
        <p:spPr>
          <a:xfrm xmlns:a="http://schemas.openxmlformats.org/drawingml/2006/main">
            <a:off x="685800" y="1333500"/>
            <a:ext cx="685800" cy="38100"/>
          </a:xfrm>
          <a:prstGeom xmlns:a="http://schemas.openxmlformats.org/drawingml/2006/main" prst="rect">
            <a:avLst/>
          </a:prstGeom>
          <a:solidFill xmlns:a="http://schemas.openxmlformats.org/drawingml/2006/main">
            <a:srgbClr val="16B8B1"/>
          </a:solidFill>
          <a:ln xmlns:a="http://schemas.openxmlformats.org/drawingml/2006/main" w="9525">
            <a:solidFill>
              <a:srgbClr val="16B8B1"/>
            </a:solidFill>
            <a:prstDash val="solid"/>
          </a:ln>
        </p:spPr>
      </p:sp>
      <p:sp>
        <p:nvSpPr>
          <p:cNvPr id="4" name="">
            <a:extLst xmlns:a="http://schemas.openxmlformats.org/drawingml/2006/main">
              <a:ext uri="{FF2B5EF4-FFF2-40B4-BE49-F238E27FC236}">
                <a16:creationId xmlns:a16="http://schemas.microsoft.com/office/drawing/2014/main" id="{25708B7C-9641-44EF-B22C-2BD5EACCCF79}"/>
              </a:ext>
            </a:extLst>
          </p:cNvPr>
          <p:cNvSpPr>
            <a:spLocks xmlns:a="http://schemas.openxmlformats.org/drawingml/2006/main" noGrp="1"/>
          </p:cNvSpPr>
          <p:nvPr/>
        </p:nvSpPr>
        <p:spPr>
          <a:xfrm xmlns:a="http://schemas.openxmlformats.org/drawingml/2006/main">
            <a:off x="685800" y="2209800"/>
            <a:ext cx="2095500" cy="1905000"/>
          </a:xfrm>
          <a:prstGeom xmlns:a="http://schemas.openxmlformats.org/drawingml/2006/main" prst="roundRect">
            <a:avLst>
              <a:gd name="adj" fmla="val 6000"/>
            </a:avLst>
          </a:prstGeom>
          <a:solidFill xmlns:a="http://schemas.openxmlformats.org/drawingml/2006/main">
            <a:srgbClr val="DDF5F3"/>
          </a:solidFill>
          <a:ln xmlns:a="http://schemas.openxmlformats.org/drawingml/2006/main" w="9525">
            <a:solidFill>
              <a:srgbClr val="D8E1E9"/>
            </a:solidFill>
            <a:prstDash val="solid"/>
          </a:ln>
        </p:spPr>
      </p:sp>
      <p:sp>
        <p:nvSpPr>
          <p:cNvPr id="5" name="">
            <a:extLst xmlns:a="http://schemas.openxmlformats.org/drawingml/2006/main">
              <a:ext uri="{FF2B5EF4-FFF2-40B4-BE49-F238E27FC236}">
                <a16:creationId xmlns:a16="http://schemas.microsoft.com/office/drawing/2014/main" id="{4CBB1A6E-E00E-4F40-9D93-F70BFF617A10}"/>
              </a:ext>
            </a:extLst>
          </p:cNvPr>
          <p:cNvSpPr>
            <a:spLocks xmlns:a="http://schemas.openxmlformats.org/drawingml/2006/main" noGrp="1"/>
          </p:cNvSpPr>
          <p:nvPr/>
        </p:nvSpPr>
        <p:spPr>
          <a:xfrm xmlns:a="http://schemas.openxmlformats.org/drawingml/2006/main">
            <a:off x="685800" y="2209800"/>
            <a:ext cx="2095500" cy="76200"/>
          </a:xfrm>
          <a:prstGeom xmlns:a="http://schemas.openxmlformats.org/drawingml/2006/main" prst="rect">
            <a:avLst/>
          </a:prstGeom>
          <a:solidFill xmlns:a="http://schemas.openxmlformats.org/drawingml/2006/main">
            <a:srgbClr val="16B8B1"/>
          </a:solidFill>
          <a:ln xmlns:a="http://schemas.openxmlformats.org/drawingml/2006/main" w="9525">
            <a:solidFill>
              <a:srgbClr val="16B8B1"/>
            </a:solidFill>
            <a:prstDash val="solid"/>
          </a:ln>
        </p:spPr>
      </p:sp>
      <p:sp>
        <p:nvSpPr>
          <p:cNvPr id="6" name="">
            <a:extLst xmlns:a="http://schemas.openxmlformats.org/drawingml/2006/main">
              <a:ext uri="{FF2B5EF4-FFF2-40B4-BE49-F238E27FC236}">
                <a16:creationId xmlns:a16="http://schemas.microsoft.com/office/drawing/2014/main" id="{902C1B65-AC90-4CA9-BB67-2887534EAE1F}"/>
              </a:ext>
            </a:extLst>
          </p:cNvPr>
          <p:cNvSpPr>
            <a:spLocks xmlns:a="http://schemas.openxmlformats.org/drawingml/2006/main" noGrp="1"/>
          </p:cNvSpPr>
          <p:nvPr/>
        </p:nvSpPr>
        <p:spPr>
          <a:xfrm xmlns:a="http://schemas.openxmlformats.org/drawingml/2006/main">
            <a:off x="895350" y="2628900"/>
            <a:ext cx="1695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52238"/>
                </a:solidFill>
                <a:latin typeface="Arial"/>
                <a:ea typeface="Arial"/>
                <a:cs typeface="Arial"/>
              </a:defRPr>
            </a:defPPr>
          </a:lstStyle>
          <a:p xmlns:a="http://schemas.openxmlformats.org/drawingml/2006/main">
            <a:pPr>
              <a:buNone/>
              <a:defRPr sz="1650" b="1">
                <a:solidFill>
                  <a:srgbClr val="152238"/>
                </a:solidFill>
                <a:latin typeface="Arial"/>
                <a:ea typeface="Arial"/>
                <a:cs typeface="Arial"/>
              </a:defRPr>
            </a:pPr>
            <a:r>
              <a:rPr sz="1650" b="1">
                <a:solidFill>
                  <a:srgbClr val="152238"/>
                </a:solidFill>
                <a:latin typeface="Arial"/>
                <a:ea typeface="Arial"/>
                <a:cs typeface="Arial"/>
              </a:rPr>
              <a:t>PWA React</a:t>
            </a:r>
          </a:p>
        </p:txBody>
      </p:sp>
      <p:sp>
        <p:nvSpPr>
          <p:cNvPr id="7" name="">
            <a:extLst xmlns:a="http://schemas.openxmlformats.org/drawingml/2006/main">
              <a:ext uri="{FF2B5EF4-FFF2-40B4-BE49-F238E27FC236}">
                <a16:creationId xmlns:a16="http://schemas.microsoft.com/office/drawing/2014/main" id="{247FF4AB-E0F1-49CB-9061-B007133CB3B8}"/>
              </a:ext>
            </a:extLst>
          </p:cNvPr>
          <p:cNvSpPr>
            <a:spLocks xmlns:a="http://schemas.openxmlformats.org/drawingml/2006/main" noGrp="1"/>
          </p:cNvSpPr>
          <p:nvPr/>
        </p:nvSpPr>
        <p:spPr>
          <a:xfrm xmlns:a="http://schemas.openxmlformats.org/drawingml/2006/main">
            <a:off x="923925" y="33147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60738A"/>
                </a:solidFill>
                <a:latin typeface="Arial"/>
                <a:ea typeface="Arial"/>
                <a:cs typeface="Arial"/>
              </a:defRPr>
            </a:defPPr>
          </a:lstStyle>
          <a:p xmlns:a="http://schemas.openxmlformats.org/drawingml/2006/main">
            <a:pPr>
              <a:buNone/>
              <a:defRPr sz="1200">
                <a:solidFill>
                  <a:srgbClr val="60738A"/>
                </a:solidFill>
                <a:latin typeface="Arial"/>
                <a:ea typeface="Arial"/>
                <a:cs typeface="Arial"/>
              </a:defRPr>
            </a:pPr>
            <a:r>
              <a:rPr sz="1200">
                <a:solidFill>
                  <a:srgbClr val="60738A"/>
                </a:solidFill>
                <a:latin typeface="Arial"/>
                <a:ea typeface="Arial"/>
                <a:cs typeface="Arial"/>
              </a:rPr>
              <a:t>Captura, validación y experiencia de terreno</a:t>
            </a:r>
          </a:p>
        </p:txBody>
      </p:sp>
      <p:sp>
        <p:nvSpPr>
          <p:cNvPr id="8" name="">
            <a:extLst xmlns:a="http://schemas.openxmlformats.org/drawingml/2006/main">
              <a:ext uri="{FF2B5EF4-FFF2-40B4-BE49-F238E27FC236}">
                <a16:creationId xmlns:a16="http://schemas.microsoft.com/office/drawing/2014/main" id="{958F8039-FEF6-4A22-A7F8-C8AC173E8128}"/>
              </a:ext>
            </a:extLst>
          </p:cNvPr>
          <p:cNvSpPr>
            <a:spLocks xmlns:a="http://schemas.openxmlformats.org/drawingml/2006/main" noGrp="1"/>
          </p:cNvSpPr>
          <p:nvPr/>
        </p:nvSpPr>
        <p:spPr>
          <a:xfrm xmlns:a="http://schemas.openxmlformats.org/drawingml/2006/main">
            <a:off x="2781300" y="3143250"/>
            <a:ext cx="638175" cy="38100"/>
          </a:xfrm>
          <a:prstGeom xmlns:a="http://schemas.openxmlformats.org/drawingml/2006/main" prst="rect">
            <a:avLst/>
          </a:prstGeom>
          <a:solidFill xmlns:a="http://schemas.openxmlformats.org/drawingml/2006/main">
            <a:srgbClr val="D8E1E9"/>
          </a:solidFill>
          <a:ln xmlns:a="http://schemas.openxmlformats.org/drawingml/2006/main" w="9525">
            <a:solidFill>
              <a:srgbClr val="D8E1E9"/>
            </a:solidFill>
            <a:prstDash val="solid"/>
          </a:ln>
        </p:spPr>
      </p:sp>
      <p:sp>
        <p:nvSpPr>
          <p:cNvPr id="9" name="">
            <a:extLst xmlns:a="http://schemas.openxmlformats.org/drawingml/2006/main">
              <a:ext uri="{FF2B5EF4-FFF2-40B4-BE49-F238E27FC236}">
                <a16:creationId xmlns:a16="http://schemas.microsoft.com/office/drawing/2014/main" id="{50C9996C-3CA5-4819-949D-DC8E5C6A00FC}"/>
              </a:ext>
            </a:extLst>
          </p:cNvPr>
          <p:cNvSpPr>
            <a:spLocks xmlns:a="http://schemas.openxmlformats.org/drawingml/2006/main" noGrp="1"/>
          </p:cNvSpPr>
          <p:nvPr/>
        </p:nvSpPr>
        <p:spPr>
          <a:xfrm xmlns:a="http://schemas.openxmlformats.org/drawingml/2006/main">
            <a:off x="3419475" y="2209800"/>
            <a:ext cx="2095500" cy="1905000"/>
          </a:xfrm>
          <a:prstGeom xmlns:a="http://schemas.openxmlformats.org/drawingml/2006/main" prst="roundRect">
            <a:avLst>
              <a:gd name="adj" fmla="val 6000"/>
            </a:avLst>
          </a:prstGeom>
          <a:solidFill xmlns:a="http://schemas.openxmlformats.org/drawingml/2006/main">
            <a:srgbClr val="F4F7FA"/>
          </a:solidFill>
          <a:ln xmlns:a="http://schemas.openxmlformats.org/drawingml/2006/main" w="9525">
            <a:solidFill>
              <a:srgbClr val="D8E1E9"/>
            </a:solidFill>
            <a:prstDash val="solid"/>
          </a:ln>
        </p:spPr>
      </p:sp>
      <p:sp>
        <p:nvSpPr>
          <p:cNvPr id="10" name="">
            <a:extLst xmlns:a="http://schemas.openxmlformats.org/drawingml/2006/main">
              <a:ext uri="{FF2B5EF4-FFF2-40B4-BE49-F238E27FC236}">
                <a16:creationId xmlns:a16="http://schemas.microsoft.com/office/drawing/2014/main" id="{AB1BE6D0-A0CD-4A3F-BF7D-0C29F1D4F54B}"/>
              </a:ext>
            </a:extLst>
          </p:cNvPr>
          <p:cNvSpPr>
            <a:spLocks xmlns:a="http://schemas.openxmlformats.org/drawingml/2006/main" noGrp="1"/>
          </p:cNvSpPr>
          <p:nvPr/>
        </p:nvSpPr>
        <p:spPr>
          <a:xfrm xmlns:a="http://schemas.openxmlformats.org/drawingml/2006/main">
            <a:off x="3419475" y="2209800"/>
            <a:ext cx="2095500" cy="76200"/>
          </a:xfrm>
          <a:prstGeom xmlns:a="http://schemas.openxmlformats.org/drawingml/2006/main" prst="rect">
            <a:avLst/>
          </a:prstGeom>
          <a:solidFill xmlns:a="http://schemas.openxmlformats.org/drawingml/2006/main">
            <a:srgbClr val="315F96"/>
          </a:solidFill>
          <a:ln xmlns:a="http://schemas.openxmlformats.org/drawingml/2006/main" w="9525">
            <a:solidFill>
              <a:srgbClr val="315F96"/>
            </a:solidFill>
            <a:prstDash val="solid"/>
          </a:ln>
        </p:spPr>
      </p:sp>
      <p:sp>
        <p:nvSpPr>
          <p:cNvPr id="11" name="">
            <a:extLst xmlns:a="http://schemas.openxmlformats.org/drawingml/2006/main">
              <a:ext uri="{FF2B5EF4-FFF2-40B4-BE49-F238E27FC236}">
                <a16:creationId xmlns:a16="http://schemas.microsoft.com/office/drawing/2014/main" id="{903E2984-63B6-41DF-BDBC-26729E369FCF}"/>
              </a:ext>
            </a:extLst>
          </p:cNvPr>
          <p:cNvSpPr>
            <a:spLocks xmlns:a="http://schemas.openxmlformats.org/drawingml/2006/main" noGrp="1"/>
          </p:cNvSpPr>
          <p:nvPr/>
        </p:nvSpPr>
        <p:spPr>
          <a:xfrm xmlns:a="http://schemas.openxmlformats.org/drawingml/2006/main">
            <a:off x="3629025" y="2628900"/>
            <a:ext cx="1695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52238"/>
                </a:solidFill>
                <a:latin typeface="Arial"/>
                <a:ea typeface="Arial"/>
                <a:cs typeface="Arial"/>
              </a:defRPr>
            </a:defPPr>
          </a:lstStyle>
          <a:p xmlns:a="http://schemas.openxmlformats.org/drawingml/2006/main">
            <a:pPr>
              <a:buNone/>
              <a:defRPr sz="1650" b="1">
                <a:solidFill>
                  <a:srgbClr val="152238"/>
                </a:solidFill>
                <a:latin typeface="Arial"/>
                <a:ea typeface="Arial"/>
                <a:cs typeface="Arial"/>
              </a:defRPr>
            </a:pPr>
            <a:r>
              <a:rPr sz="1650" b="1">
                <a:solidFill>
                  <a:srgbClr val="152238"/>
                </a:solidFill>
                <a:latin typeface="Arial"/>
                <a:ea typeface="Arial"/>
                <a:cs typeface="Arial"/>
              </a:rPr>
              <a:t>Dexie / IndexedDB</a:t>
            </a:r>
          </a:p>
        </p:txBody>
      </p:sp>
      <p:sp>
        <p:nvSpPr>
          <p:cNvPr id="12" name="">
            <a:extLst xmlns:a="http://schemas.openxmlformats.org/drawingml/2006/main">
              <a:ext uri="{FF2B5EF4-FFF2-40B4-BE49-F238E27FC236}">
                <a16:creationId xmlns:a16="http://schemas.microsoft.com/office/drawing/2014/main" id="{3E80C5FF-9A49-46D9-AD4A-64261B6D7ED3}"/>
              </a:ext>
            </a:extLst>
          </p:cNvPr>
          <p:cNvSpPr>
            <a:spLocks xmlns:a="http://schemas.openxmlformats.org/drawingml/2006/main" noGrp="1"/>
          </p:cNvSpPr>
          <p:nvPr/>
        </p:nvSpPr>
        <p:spPr>
          <a:xfrm xmlns:a="http://schemas.openxmlformats.org/drawingml/2006/main">
            <a:off x="3657600" y="33147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60738A"/>
                </a:solidFill>
                <a:latin typeface="Arial"/>
                <a:ea typeface="Arial"/>
                <a:cs typeface="Arial"/>
              </a:defRPr>
            </a:defPPr>
          </a:lstStyle>
          <a:p xmlns:a="http://schemas.openxmlformats.org/drawingml/2006/main">
            <a:pPr>
              <a:buNone/>
              <a:defRPr sz="1200">
                <a:solidFill>
                  <a:srgbClr val="60738A"/>
                </a:solidFill>
                <a:latin typeface="Arial"/>
                <a:ea typeface="Arial"/>
                <a:cs typeface="Arial"/>
              </a:defRPr>
            </a:pPr>
            <a:r>
              <a:rPr sz="1200">
                <a:solidFill>
                  <a:srgbClr val="60738A"/>
                </a:solidFill>
                <a:latin typeface="Arial"/>
                <a:ea typeface="Arial"/>
                <a:cs typeface="Arial"/>
              </a:rPr>
              <a:t>Borradores, fotos y outbox local</a:t>
            </a:r>
          </a:p>
        </p:txBody>
      </p:sp>
      <p:sp>
        <p:nvSpPr>
          <p:cNvPr id="13" name="">
            <a:extLst xmlns:a="http://schemas.openxmlformats.org/drawingml/2006/main">
              <a:ext uri="{FF2B5EF4-FFF2-40B4-BE49-F238E27FC236}">
                <a16:creationId xmlns:a16="http://schemas.microsoft.com/office/drawing/2014/main" id="{2B16C5A3-2736-4EAD-A30B-00A296E49DBD}"/>
              </a:ext>
            </a:extLst>
          </p:cNvPr>
          <p:cNvSpPr>
            <a:spLocks xmlns:a="http://schemas.openxmlformats.org/drawingml/2006/main" noGrp="1"/>
          </p:cNvSpPr>
          <p:nvPr/>
        </p:nvSpPr>
        <p:spPr>
          <a:xfrm xmlns:a="http://schemas.openxmlformats.org/drawingml/2006/main">
            <a:off x="5514975" y="3143250"/>
            <a:ext cx="638175" cy="38100"/>
          </a:xfrm>
          <a:prstGeom xmlns:a="http://schemas.openxmlformats.org/drawingml/2006/main" prst="rect">
            <a:avLst/>
          </a:prstGeom>
          <a:solidFill xmlns:a="http://schemas.openxmlformats.org/drawingml/2006/main">
            <a:srgbClr val="D8E1E9"/>
          </a:solidFill>
          <a:ln xmlns:a="http://schemas.openxmlformats.org/drawingml/2006/main" w="9525">
            <a:solidFill>
              <a:srgbClr val="D8E1E9"/>
            </a:solidFill>
            <a:prstDash val="solid"/>
          </a:ln>
        </p:spPr>
      </p:sp>
      <p:sp>
        <p:nvSpPr>
          <p:cNvPr id="14" name="">
            <a:extLst xmlns:a="http://schemas.openxmlformats.org/drawingml/2006/main">
              <a:ext uri="{FF2B5EF4-FFF2-40B4-BE49-F238E27FC236}">
                <a16:creationId xmlns:a16="http://schemas.microsoft.com/office/drawing/2014/main" id="{8183F008-01C9-4AD6-A6C1-A9A1969DAFEB}"/>
              </a:ext>
            </a:extLst>
          </p:cNvPr>
          <p:cNvSpPr>
            <a:spLocks xmlns:a="http://schemas.openxmlformats.org/drawingml/2006/main" noGrp="1"/>
          </p:cNvSpPr>
          <p:nvPr/>
        </p:nvSpPr>
        <p:spPr>
          <a:xfrm xmlns:a="http://schemas.openxmlformats.org/drawingml/2006/main">
            <a:off x="6153150" y="2209800"/>
            <a:ext cx="2095500" cy="1905000"/>
          </a:xfrm>
          <a:prstGeom xmlns:a="http://schemas.openxmlformats.org/drawingml/2006/main" prst="roundRect">
            <a:avLst>
              <a:gd name="adj" fmla="val 6000"/>
            </a:avLst>
          </a:prstGeom>
          <a:solidFill xmlns:a="http://schemas.openxmlformats.org/drawingml/2006/main">
            <a:srgbClr val="F4F7FA"/>
          </a:solidFill>
          <a:ln xmlns:a="http://schemas.openxmlformats.org/drawingml/2006/main" w="9525">
            <a:solidFill>
              <a:srgbClr val="D8E1E9"/>
            </a:solidFill>
            <a:prstDash val="solid"/>
          </a:ln>
        </p:spPr>
      </p:sp>
      <p:sp>
        <p:nvSpPr>
          <p:cNvPr id="15" name="">
            <a:extLst xmlns:a="http://schemas.openxmlformats.org/drawingml/2006/main">
              <a:ext uri="{FF2B5EF4-FFF2-40B4-BE49-F238E27FC236}">
                <a16:creationId xmlns:a16="http://schemas.microsoft.com/office/drawing/2014/main" id="{C4EAE165-96F9-48D8-8955-CD1467A5B7AF}"/>
              </a:ext>
            </a:extLst>
          </p:cNvPr>
          <p:cNvSpPr>
            <a:spLocks xmlns:a="http://schemas.openxmlformats.org/drawingml/2006/main" noGrp="1"/>
          </p:cNvSpPr>
          <p:nvPr/>
        </p:nvSpPr>
        <p:spPr>
          <a:xfrm xmlns:a="http://schemas.openxmlformats.org/drawingml/2006/main">
            <a:off x="6153150" y="2209800"/>
            <a:ext cx="2095500" cy="76200"/>
          </a:xfrm>
          <a:prstGeom xmlns:a="http://schemas.openxmlformats.org/drawingml/2006/main" prst="rect">
            <a:avLst/>
          </a:prstGeom>
          <a:solidFill xmlns:a="http://schemas.openxmlformats.org/drawingml/2006/main">
            <a:srgbClr val="315F96"/>
          </a:solidFill>
          <a:ln xmlns:a="http://schemas.openxmlformats.org/drawingml/2006/main" w="9525">
            <a:solidFill>
              <a:srgbClr val="315F96"/>
            </a:solidFill>
            <a:prstDash val="solid"/>
          </a:ln>
        </p:spPr>
      </p:sp>
      <p:sp>
        <p:nvSpPr>
          <p:cNvPr id="16" name="">
            <a:extLst xmlns:a="http://schemas.openxmlformats.org/drawingml/2006/main">
              <a:ext uri="{FF2B5EF4-FFF2-40B4-BE49-F238E27FC236}">
                <a16:creationId xmlns:a16="http://schemas.microsoft.com/office/drawing/2014/main" id="{09E2DAEB-DA0B-413F-9AF7-C02B885EECAC}"/>
              </a:ext>
            </a:extLst>
          </p:cNvPr>
          <p:cNvSpPr>
            <a:spLocks xmlns:a="http://schemas.openxmlformats.org/drawingml/2006/main" noGrp="1"/>
          </p:cNvSpPr>
          <p:nvPr/>
        </p:nvSpPr>
        <p:spPr>
          <a:xfrm xmlns:a="http://schemas.openxmlformats.org/drawingml/2006/main">
            <a:off x="6362700" y="2628900"/>
            <a:ext cx="1695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52238"/>
                </a:solidFill>
                <a:latin typeface="Arial"/>
                <a:ea typeface="Arial"/>
                <a:cs typeface="Arial"/>
              </a:defRPr>
            </a:defPPr>
          </a:lstStyle>
          <a:p xmlns:a="http://schemas.openxmlformats.org/drawingml/2006/main">
            <a:pPr>
              <a:buNone/>
              <a:defRPr sz="1650" b="1">
                <a:solidFill>
                  <a:srgbClr val="152238"/>
                </a:solidFill>
                <a:latin typeface="Arial"/>
                <a:ea typeface="Arial"/>
                <a:cs typeface="Arial"/>
              </a:defRPr>
            </a:pPr>
            <a:r>
              <a:rPr sz="1650" b="1">
                <a:solidFill>
                  <a:srgbClr val="152238"/>
                </a:solidFill>
                <a:latin typeface="Arial"/>
                <a:ea typeface="Arial"/>
                <a:cs typeface="Arial"/>
              </a:rPr>
              <a:t>API NestJS</a:t>
            </a:r>
          </a:p>
        </p:txBody>
      </p:sp>
      <p:sp>
        <p:nvSpPr>
          <p:cNvPr id="17" name="">
            <a:extLst xmlns:a="http://schemas.openxmlformats.org/drawingml/2006/main">
              <a:ext uri="{FF2B5EF4-FFF2-40B4-BE49-F238E27FC236}">
                <a16:creationId xmlns:a16="http://schemas.microsoft.com/office/drawing/2014/main" id="{16ED2018-32CE-4144-9647-B48BEEDB6BF7}"/>
              </a:ext>
            </a:extLst>
          </p:cNvPr>
          <p:cNvSpPr>
            <a:spLocks xmlns:a="http://schemas.openxmlformats.org/drawingml/2006/main" noGrp="1"/>
          </p:cNvSpPr>
          <p:nvPr/>
        </p:nvSpPr>
        <p:spPr>
          <a:xfrm xmlns:a="http://schemas.openxmlformats.org/drawingml/2006/main">
            <a:off x="6391275" y="33147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60738A"/>
                </a:solidFill>
                <a:latin typeface="Arial"/>
                <a:ea typeface="Arial"/>
                <a:cs typeface="Arial"/>
              </a:defRPr>
            </a:defPPr>
          </a:lstStyle>
          <a:p xmlns:a="http://schemas.openxmlformats.org/drawingml/2006/main">
            <a:pPr>
              <a:buNone/>
              <a:defRPr sz="1200">
                <a:solidFill>
                  <a:srgbClr val="60738A"/>
                </a:solidFill>
                <a:latin typeface="Arial"/>
                <a:ea typeface="Arial"/>
                <a:cs typeface="Arial"/>
              </a:defRPr>
            </a:pPr>
            <a:r>
              <a:rPr sz="1200">
                <a:solidFill>
                  <a:srgbClr val="60738A"/>
                </a:solidFill>
                <a:latin typeface="Arial"/>
                <a:ea typeface="Arial"/>
                <a:cs typeface="Arial"/>
              </a:rPr>
              <a:t>Autenticación, batch y reglas de negocio</a:t>
            </a:r>
          </a:p>
        </p:txBody>
      </p:sp>
      <p:sp>
        <p:nvSpPr>
          <p:cNvPr id="18" name="">
            <a:extLst xmlns:a="http://schemas.openxmlformats.org/drawingml/2006/main">
              <a:ext uri="{FF2B5EF4-FFF2-40B4-BE49-F238E27FC236}">
                <a16:creationId xmlns:a16="http://schemas.microsoft.com/office/drawing/2014/main" id="{3AAB68FB-5CE6-4D90-97A9-27013E58E545}"/>
              </a:ext>
            </a:extLst>
          </p:cNvPr>
          <p:cNvSpPr>
            <a:spLocks xmlns:a="http://schemas.openxmlformats.org/drawingml/2006/main" noGrp="1"/>
          </p:cNvSpPr>
          <p:nvPr/>
        </p:nvSpPr>
        <p:spPr>
          <a:xfrm xmlns:a="http://schemas.openxmlformats.org/drawingml/2006/main">
            <a:off x="8248650" y="3143250"/>
            <a:ext cx="638175" cy="38100"/>
          </a:xfrm>
          <a:prstGeom xmlns:a="http://schemas.openxmlformats.org/drawingml/2006/main" prst="rect">
            <a:avLst/>
          </a:prstGeom>
          <a:solidFill xmlns:a="http://schemas.openxmlformats.org/drawingml/2006/main">
            <a:srgbClr val="D8E1E9"/>
          </a:solidFill>
          <a:ln xmlns:a="http://schemas.openxmlformats.org/drawingml/2006/main" w="9525">
            <a:solidFill>
              <a:srgbClr val="D8E1E9"/>
            </a:solidFill>
            <a:prstDash val="solid"/>
          </a:ln>
        </p:spPr>
      </p:sp>
      <p:sp>
        <p:nvSpPr>
          <p:cNvPr id="19" name="">
            <a:extLst xmlns:a="http://schemas.openxmlformats.org/drawingml/2006/main">
              <a:ext uri="{FF2B5EF4-FFF2-40B4-BE49-F238E27FC236}">
                <a16:creationId xmlns:a16="http://schemas.microsoft.com/office/drawing/2014/main" id="{D528C003-8348-4B11-A9FE-5F49C4FD617B}"/>
              </a:ext>
            </a:extLst>
          </p:cNvPr>
          <p:cNvSpPr>
            <a:spLocks xmlns:a="http://schemas.openxmlformats.org/drawingml/2006/main" noGrp="1"/>
          </p:cNvSpPr>
          <p:nvPr/>
        </p:nvSpPr>
        <p:spPr>
          <a:xfrm xmlns:a="http://schemas.openxmlformats.org/drawingml/2006/main">
            <a:off x="8886825" y="2209800"/>
            <a:ext cx="2095500" cy="1905000"/>
          </a:xfrm>
          <a:prstGeom xmlns:a="http://schemas.openxmlformats.org/drawingml/2006/main" prst="roundRect">
            <a:avLst>
              <a:gd name="adj" fmla="val 6000"/>
            </a:avLst>
          </a:prstGeom>
          <a:solidFill xmlns:a="http://schemas.openxmlformats.org/drawingml/2006/main">
            <a:srgbClr val="FFF0D3"/>
          </a:solidFill>
          <a:ln xmlns:a="http://schemas.openxmlformats.org/drawingml/2006/main" w="9525">
            <a:solidFill>
              <a:srgbClr val="D8E1E9"/>
            </a:solidFill>
            <a:prstDash val="solid"/>
          </a:ln>
        </p:spPr>
      </p:sp>
      <p:sp>
        <p:nvSpPr>
          <p:cNvPr id="20" name="">
            <a:extLst xmlns:a="http://schemas.openxmlformats.org/drawingml/2006/main">
              <a:ext uri="{FF2B5EF4-FFF2-40B4-BE49-F238E27FC236}">
                <a16:creationId xmlns:a16="http://schemas.microsoft.com/office/drawing/2014/main" id="{5D09AC8B-6F57-42C1-831E-67C17A8D9164}"/>
              </a:ext>
            </a:extLst>
          </p:cNvPr>
          <p:cNvSpPr>
            <a:spLocks xmlns:a="http://schemas.openxmlformats.org/drawingml/2006/main" noGrp="1"/>
          </p:cNvSpPr>
          <p:nvPr/>
        </p:nvSpPr>
        <p:spPr>
          <a:xfrm xmlns:a="http://schemas.openxmlformats.org/drawingml/2006/main">
            <a:off x="8886825" y="2209800"/>
            <a:ext cx="2095500" cy="76200"/>
          </a:xfrm>
          <a:prstGeom xmlns:a="http://schemas.openxmlformats.org/drawingml/2006/main" prst="rect">
            <a:avLst/>
          </a:prstGeom>
          <a:solidFill xmlns:a="http://schemas.openxmlformats.org/drawingml/2006/main">
            <a:srgbClr val="F3A628"/>
          </a:solidFill>
          <a:ln xmlns:a="http://schemas.openxmlformats.org/drawingml/2006/main" w="9525">
            <a:solidFill>
              <a:srgbClr val="F3A628"/>
            </a:solidFill>
            <a:prstDash val="solid"/>
          </a:ln>
        </p:spPr>
      </p:sp>
      <p:sp>
        <p:nvSpPr>
          <p:cNvPr id="21" name="">
            <a:extLst xmlns:a="http://schemas.openxmlformats.org/drawingml/2006/main">
              <a:ext uri="{FF2B5EF4-FFF2-40B4-BE49-F238E27FC236}">
                <a16:creationId xmlns:a16="http://schemas.microsoft.com/office/drawing/2014/main" id="{AA448924-042D-41F2-925B-A0973F1C2A9F}"/>
              </a:ext>
            </a:extLst>
          </p:cNvPr>
          <p:cNvSpPr>
            <a:spLocks xmlns:a="http://schemas.openxmlformats.org/drawingml/2006/main" noGrp="1"/>
          </p:cNvSpPr>
          <p:nvPr/>
        </p:nvSpPr>
        <p:spPr>
          <a:xfrm xmlns:a="http://schemas.openxmlformats.org/drawingml/2006/main">
            <a:off x="9096375" y="2628900"/>
            <a:ext cx="1695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52238"/>
                </a:solidFill>
                <a:latin typeface="Arial"/>
                <a:ea typeface="Arial"/>
                <a:cs typeface="Arial"/>
              </a:defRPr>
            </a:defPPr>
          </a:lstStyle>
          <a:p xmlns:a="http://schemas.openxmlformats.org/drawingml/2006/main">
            <a:pPr>
              <a:buNone/>
              <a:defRPr sz="1650" b="1">
                <a:solidFill>
                  <a:srgbClr val="152238"/>
                </a:solidFill>
                <a:latin typeface="Arial"/>
                <a:ea typeface="Arial"/>
                <a:cs typeface="Arial"/>
              </a:defRPr>
            </a:pPr>
            <a:r>
              <a:rPr sz="1650" b="1">
                <a:solidFill>
                  <a:srgbClr val="152238"/>
                </a:solidFill>
                <a:latin typeface="Arial"/>
                <a:ea typeface="Arial"/>
                <a:cs typeface="Arial"/>
              </a:rPr>
              <a:t>PostgreSQL + RLS</a:t>
            </a:r>
          </a:p>
        </p:txBody>
      </p:sp>
      <p:sp>
        <p:nvSpPr>
          <p:cNvPr id="22" name="">
            <a:extLst xmlns:a="http://schemas.openxmlformats.org/drawingml/2006/main">
              <a:ext uri="{FF2B5EF4-FFF2-40B4-BE49-F238E27FC236}">
                <a16:creationId xmlns:a16="http://schemas.microsoft.com/office/drawing/2014/main" id="{57548634-601D-4782-BFE0-E20157783A81}"/>
              </a:ext>
            </a:extLst>
          </p:cNvPr>
          <p:cNvSpPr>
            <a:spLocks xmlns:a="http://schemas.openxmlformats.org/drawingml/2006/main" noGrp="1"/>
          </p:cNvSpPr>
          <p:nvPr/>
        </p:nvSpPr>
        <p:spPr>
          <a:xfrm xmlns:a="http://schemas.openxmlformats.org/drawingml/2006/main">
            <a:off x="9124950" y="33147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60738A"/>
                </a:solidFill>
                <a:latin typeface="Arial"/>
                <a:ea typeface="Arial"/>
                <a:cs typeface="Arial"/>
              </a:defRPr>
            </a:defPPr>
          </a:lstStyle>
          <a:p xmlns:a="http://schemas.openxmlformats.org/drawingml/2006/main">
            <a:pPr>
              <a:buNone/>
              <a:defRPr sz="1200">
                <a:solidFill>
                  <a:srgbClr val="60738A"/>
                </a:solidFill>
                <a:latin typeface="Arial"/>
                <a:ea typeface="Arial"/>
                <a:cs typeface="Arial"/>
              </a:defRPr>
            </a:pPr>
            <a:r>
              <a:rPr sz="1200">
                <a:solidFill>
                  <a:srgbClr val="60738A"/>
                </a:solidFill>
                <a:latin typeface="Arial"/>
                <a:ea typeface="Arial"/>
                <a:cs typeface="Arial"/>
              </a:rPr>
              <a:t>Datos por tenant, auditoría y reportes</a:t>
            </a:r>
          </a:p>
        </p:txBody>
      </p:sp>
      <p:sp>
        <p:nvSpPr>
          <p:cNvPr id="23" name="">
            <a:extLst xmlns:a="http://schemas.openxmlformats.org/drawingml/2006/main">
              <a:ext uri="{FF2B5EF4-FFF2-40B4-BE49-F238E27FC236}">
                <a16:creationId xmlns:a16="http://schemas.microsoft.com/office/drawing/2014/main" id="{8BD0B42A-5776-4B71-8ED3-2901844E1C14}"/>
              </a:ext>
            </a:extLst>
          </p:cNvPr>
          <p:cNvSpPr>
            <a:spLocks xmlns:a="http://schemas.openxmlformats.org/drawingml/2006/main" noGrp="1"/>
          </p:cNvSpPr>
          <p:nvPr/>
        </p:nvSpPr>
        <p:spPr>
          <a:xfrm xmlns:a="http://schemas.openxmlformats.org/drawingml/2006/main">
            <a:off x="685800" y="504825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315F96"/>
                </a:solidFill>
                <a:latin typeface="Arial"/>
                <a:ea typeface="Arial"/>
                <a:cs typeface="Arial"/>
              </a:defRPr>
            </a:defPPr>
          </a:lstStyle>
          <a:p xmlns:a="http://schemas.openxmlformats.org/drawingml/2006/main">
            <a:pPr>
              <a:buNone/>
              <a:defRPr sz="1575">
                <a:solidFill>
                  <a:srgbClr val="315F96"/>
                </a:solidFill>
                <a:latin typeface="Arial"/>
                <a:ea typeface="Arial"/>
                <a:cs typeface="Arial"/>
              </a:defRPr>
            </a:pPr>
            <a:r>
              <a:rPr sz="1575">
                <a:solidFill>
                  <a:srgbClr val="315F96"/>
                </a:solidFill>
                <a:latin typeface="Arial"/>
                <a:ea typeface="Arial"/>
                <a:cs typeface="Arial"/>
              </a:rPr>
              <a:t>Monorepo TypeScript + Docker Compose + Caddy HTTPS en Oracle Always Free.</a:t>
            </a:r>
          </a:p>
        </p:txBody>
      </p:sp>
      <p:sp>
        <p:nvSpPr>
          <p:cNvPr id="24" name="">
            <a:extLst xmlns:a="http://schemas.openxmlformats.org/drawingml/2006/main">
              <a:ext uri="{FF2B5EF4-FFF2-40B4-BE49-F238E27FC236}">
                <a16:creationId xmlns:a16="http://schemas.microsoft.com/office/drawing/2014/main" id="{5F84DB9A-4C64-4BA0-A3DC-55A6C763C661}"/>
              </a:ext>
            </a:extLst>
          </p:cNvPr>
          <p:cNvSpPr>
            <a:spLocks xmlns:a="http://schemas.openxmlformats.org/drawingml/2006/main" noGrp="1"/>
          </p:cNvSpPr>
          <p:nvPr/>
        </p:nvSpPr>
        <p:spPr>
          <a:xfrm xmlns:a="http://schemas.openxmlformats.org/drawingml/2006/main">
            <a:off x="685800" y="649605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a:solidFill>
                  <a:srgbClr val="60738A"/>
                </a:solidFill>
                <a:latin typeface="Arial"/>
                <a:ea typeface="Arial"/>
                <a:cs typeface="Arial"/>
              </a:defRPr>
            </a:defPPr>
          </a:lstStyle>
          <a:p xmlns:a="http://schemas.openxmlformats.org/drawingml/2006/main">
            <a:pPr>
              <a:buNone/>
              <a:defRPr sz="825">
                <a:solidFill>
                  <a:srgbClr val="60738A"/>
                </a:solidFill>
                <a:latin typeface="Arial"/>
                <a:ea typeface="Arial"/>
                <a:cs typeface="Arial"/>
              </a:defRPr>
            </a:pPr>
            <a:r>
              <a:rPr sz="825">
                <a:solidFill>
                  <a:srgbClr val="60738A"/>
                </a:solidFill>
                <a:latin typeface="Arial"/>
                <a:ea typeface="Arial"/>
                <a:cs typeface="Arial"/>
              </a:rPr>
              <a:t>Terreno Conectado · Avance Fase 2</a:t>
            </a:r>
          </a:p>
        </p:txBody>
      </p:sp>
      <p:sp>
        <p:nvSpPr>
          <p:cNvPr id="25" name="">
            <a:extLst xmlns:a="http://schemas.openxmlformats.org/drawingml/2006/main">
              <a:ext uri="{FF2B5EF4-FFF2-40B4-BE49-F238E27FC236}">
                <a16:creationId xmlns:a16="http://schemas.microsoft.com/office/drawing/2014/main" id="{EA5754DF-CE5A-4A07-BB4F-EE924C13F7C7}"/>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60738A"/>
                </a:solidFill>
                <a:latin typeface="Arial"/>
                <a:ea typeface="Arial"/>
                <a:cs typeface="Arial"/>
              </a:defRPr>
            </a:defPPr>
          </a:lstStyle>
          <a:p xmlns:a="http://schemas.openxmlformats.org/drawingml/2006/main">
            <a:pPr>
              <a:buNone/>
              <a:defRPr sz="825" b="1">
                <a:solidFill>
                  <a:srgbClr val="60738A"/>
                </a:solidFill>
                <a:latin typeface="Arial"/>
                <a:ea typeface="Arial"/>
                <a:cs typeface="Arial"/>
              </a:defRPr>
            </a:pPr>
            <a:r>
              <a:rPr sz="825" b="1">
                <a:solidFill>
                  <a:srgbClr val="60738A"/>
                </a:solidFill>
                <a:latin typeface="Arial"/>
                <a:ea typeface="Arial"/>
                <a:cs typeface="Arial"/>
              </a:rPr>
              <a:t>07</a:t>
            </a:r>
          </a:p>
        </p:txBody>
      </p:sp>
    </p:spTree>
    <p:extLst>
      <p:ext uri="{BB962C8B-B14F-4D97-AF65-F5344CB8AC3E}">
        <p14:creationId xmlns:p14="http://schemas.microsoft.com/office/powerpoint/2010/main" val="1636600614"/>
      </p:ext>
    </p:extLst>
  </p:cSld>
</p:sld>
</file>

<file path=ppt/slides/slide8.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5D59BAC-5A6A-49CD-BDBA-486EC2E4D60F}"/>
              </a:ext>
            </a:extLst>
          </p:cNvPr>
          <p:cNvSpPr>
            <a:spLocks xmlns:a="http://schemas.openxmlformats.org/drawingml/2006/main" noGrp="1"/>
          </p:cNvSpPr>
          <p:nvPr/>
        </p:nvSpPr>
        <p:spPr>
          <a:xfrm xmlns:a="http://schemas.openxmlformats.org/drawingml/2006/main">
            <a:off x="685800" y="4000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9EDFD9"/>
                </a:solidFill>
                <a:latin typeface="Arial"/>
                <a:ea typeface="Arial"/>
                <a:cs typeface="Arial"/>
              </a:defRPr>
            </a:defPPr>
          </a:lstStyle>
          <a:p xmlns:a="http://schemas.openxmlformats.org/drawingml/2006/main">
            <a:pPr>
              <a:buNone/>
              <a:defRPr sz="900" b="1">
                <a:solidFill>
                  <a:srgbClr val="9EDFD9"/>
                </a:solidFill>
                <a:latin typeface="Arial"/>
                <a:ea typeface="Arial"/>
                <a:cs typeface="Arial"/>
              </a:defRPr>
            </a:pPr>
            <a:r>
              <a:rPr sz="900" b="1">
                <a:solidFill>
                  <a:srgbClr val="9EDFD9"/>
                </a:solidFill>
                <a:latin typeface="Arial"/>
                <a:ea typeface="Arial"/>
                <a:cs typeface="Arial"/>
              </a:rPr>
              <a:t>EVIDENCIA DE VALIDACIÓN</a:t>
            </a:r>
          </a:p>
        </p:txBody>
      </p:sp>
      <p:sp>
        <p:nvSpPr>
          <p:cNvPr id="2" name="">
            <a:extLst xmlns:a="http://schemas.openxmlformats.org/drawingml/2006/main">
              <a:ext uri="{FF2B5EF4-FFF2-40B4-BE49-F238E27FC236}">
                <a16:creationId xmlns:a16="http://schemas.microsoft.com/office/drawing/2014/main" id="{13EA62C5-0997-4BF0-88E0-1898B7133658}"/>
              </a:ext>
            </a:extLst>
          </p:cNvPr>
          <p:cNvSpPr>
            <a:spLocks xmlns:a="http://schemas.openxmlformats.org/drawingml/2006/main" noGrp="1"/>
          </p:cNvSpPr>
          <p:nvPr/>
        </p:nvSpPr>
        <p:spPr>
          <a:xfrm xmlns:a="http://schemas.openxmlformats.org/drawingml/2006/main">
            <a:off x="685800" y="723900"/>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FFFFFF"/>
                </a:solidFill>
                <a:latin typeface="Arial"/>
                <a:ea typeface="Arial"/>
                <a:cs typeface="Arial"/>
              </a:defRPr>
            </a:defPPr>
          </a:lstStyle>
          <a:p xmlns:a="http://schemas.openxmlformats.org/drawingml/2006/main">
            <a:pPr>
              <a:buNone/>
              <a:defRPr sz="2550" b="1">
                <a:solidFill>
                  <a:srgbClr val="FFFFFF"/>
                </a:solidFill>
                <a:latin typeface="Arial"/>
                <a:ea typeface="Arial"/>
                <a:cs typeface="Arial"/>
              </a:defRPr>
            </a:pPr>
            <a:r>
              <a:rPr sz="2550" b="1">
                <a:solidFill>
                  <a:srgbClr val="FFFFFF"/>
                </a:solidFill>
                <a:latin typeface="Arial"/>
                <a:ea typeface="Arial"/>
                <a:cs typeface="Arial"/>
              </a:rPr>
              <a:t>Pruebas y validación del release</a:t>
            </a:r>
          </a:p>
        </p:txBody>
      </p:sp>
      <p:sp>
        <p:nvSpPr>
          <p:cNvPr id="3" name="">
            <a:extLst xmlns:a="http://schemas.openxmlformats.org/drawingml/2006/main">
              <a:ext uri="{FF2B5EF4-FFF2-40B4-BE49-F238E27FC236}">
                <a16:creationId xmlns:a16="http://schemas.microsoft.com/office/drawing/2014/main" id="{3700153B-F20A-444D-A2C9-2FB877531CCC}"/>
              </a:ext>
            </a:extLst>
          </p:cNvPr>
          <p:cNvSpPr>
            <a:spLocks xmlns:a="http://schemas.openxmlformats.org/drawingml/2006/main" noGrp="1"/>
          </p:cNvSpPr>
          <p:nvPr/>
        </p:nvSpPr>
        <p:spPr>
          <a:xfrm xmlns:a="http://schemas.openxmlformats.org/drawingml/2006/main">
            <a:off x="685800" y="1333500"/>
            <a:ext cx="685800" cy="38100"/>
          </a:xfrm>
          <a:prstGeom xmlns:a="http://schemas.openxmlformats.org/drawingml/2006/main" prst="rect">
            <a:avLst/>
          </a:prstGeom>
          <a:solidFill xmlns:a="http://schemas.openxmlformats.org/drawingml/2006/main">
            <a:srgbClr val="16B8B1"/>
          </a:solidFill>
          <a:ln xmlns:a="http://schemas.openxmlformats.org/drawingml/2006/main" w="9525">
            <a:solidFill>
              <a:srgbClr val="16B8B1"/>
            </a:solidFill>
            <a:prstDash val="solid"/>
          </a:ln>
        </p:spPr>
      </p:sp>
      <p:sp>
        <p:nvSpPr>
          <p:cNvPr id="4" name="">
            <a:extLst xmlns:a="http://schemas.openxmlformats.org/drawingml/2006/main">
              <a:ext uri="{FF2B5EF4-FFF2-40B4-BE49-F238E27FC236}">
                <a16:creationId xmlns:a16="http://schemas.microsoft.com/office/drawing/2014/main" id="{FA042249-B409-418B-BACC-896550CA0112}"/>
              </a:ext>
            </a:extLst>
          </p:cNvPr>
          <p:cNvSpPr>
            <a:spLocks xmlns:a="http://schemas.openxmlformats.org/drawingml/2006/main" noGrp="1"/>
          </p:cNvSpPr>
          <p:nvPr/>
        </p:nvSpPr>
        <p:spPr>
          <a:xfrm xmlns:a="http://schemas.openxmlformats.org/drawingml/2006/main">
            <a:off x="952500" y="2190750"/>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800" b="1">
                <a:solidFill>
                  <a:srgbClr val="9EDFD9"/>
                </a:solidFill>
                <a:latin typeface="Arial"/>
                <a:ea typeface="Arial"/>
                <a:cs typeface="Arial"/>
              </a:defRPr>
            </a:defPPr>
          </a:lstStyle>
          <a:p xmlns:a="http://schemas.openxmlformats.org/drawingml/2006/main">
            <a:pPr>
              <a:buNone/>
              <a:defRPr sz="4800" b="1">
                <a:solidFill>
                  <a:srgbClr val="9EDFD9"/>
                </a:solidFill>
                <a:latin typeface="Arial"/>
                <a:ea typeface="Arial"/>
                <a:cs typeface="Arial"/>
              </a:defRPr>
            </a:pPr>
            <a:r>
              <a:rPr sz="4800" b="1">
                <a:solidFill>
                  <a:srgbClr val="9EDFD9"/>
                </a:solidFill>
                <a:latin typeface="Arial"/>
                <a:ea typeface="Arial"/>
                <a:cs typeface="Arial"/>
              </a:rPr>
              <a:t>401</a:t>
            </a:r>
          </a:p>
        </p:txBody>
      </p:sp>
      <p:sp>
        <p:nvSpPr>
          <p:cNvPr id="5" name="">
            <a:extLst xmlns:a="http://schemas.openxmlformats.org/drawingml/2006/main">
              <a:ext uri="{FF2B5EF4-FFF2-40B4-BE49-F238E27FC236}">
                <a16:creationId xmlns:a16="http://schemas.microsoft.com/office/drawing/2014/main" id="{1036F0C5-1F68-44D6-903F-1AB40DC272A6}"/>
              </a:ext>
            </a:extLst>
          </p:cNvPr>
          <p:cNvSpPr>
            <a:spLocks xmlns:a="http://schemas.openxmlformats.org/drawingml/2006/main" noGrp="1"/>
          </p:cNvSpPr>
          <p:nvPr/>
        </p:nvSpPr>
        <p:spPr>
          <a:xfrm xmlns:a="http://schemas.openxmlformats.org/drawingml/2006/main">
            <a:off x="95250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FFFFF"/>
                </a:solidFill>
                <a:latin typeface="Arial"/>
                <a:ea typeface="Arial"/>
                <a:cs typeface="Arial"/>
              </a:defRPr>
            </a:defPPr>
          </a:lstStyle>
          <a:p xmlns:a="http://schemas.openxmlformats.org/drawingml/2006/main">
            <a:pPr>
              <a:buNone/>
              <a:defRPr sz="1500" b="1">
                <a:solidFill>
                  <a:srgbClr val="FFFFFF"/>
                </a:solidFill>
                <a:latin typeface="Arial"/>
                <a:ea typeface="Arial"/>
                <a:cs typeface="Arial"/>
              </a:defRPr>
            </a:pPr>
            <a:r>
              <a:rPr sz="1500" b="1">
                <a:solidFill>
                  <a:srgbClr val="FFFFFF"/>
                </a:solidFill>
                <a:latin typeface="Arial"/>
                <a:ea typeface="Arial"/>
                <a:cs typeface="Arial"/>
              </a:rPr>
              <a:t>pruebas en CI</a:t>
            </a:r>
          </a:p>
        </p:txBody>
      </p:sp>
      <p:sp>
        <p:nvSpPr>
          <p:cNvPr id="6" name="">
            <a:extLst xmlns:a="http://schemas.openxmlformats.org/drawingml/2006/main">
              <a:ext uri="{FF2B5EF4-FFF2-40B4-BE49-F238E27FC236}">
                <a16:creationId xmlns:a16="http://schemas.microsoft.com/office/drawing/2014/main" id="{DFE141EB-5288-4F8E-9AC3-06AE3DCF4F9A}"/>
              </a:ext>
            </a:extLst>
          </p:cNvPr>
          <p:cNvSpPr>
            <a:spLocks xmlns:a="http://schemas.openxmlformats.org/drawingml/2006/main" noGrp="1"/>
          </p:cNvSpPr>
          <p:nvPr/>
        </p:nvSpPr>
        <p:spPr>
          <a:xfrm xmlns:a="http://schemas.openxmlformats.org/drawingml/2006/main">
            <a:off x="1095375" y="3476625"/>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B7C5D4"/>
                </a:solidFill>
                <a:latin typeface="Arial"/>
                <a:ea typeface="Arial"/>
                <a:cs typeface="Arial"/>
              </a:defRPr>
            </a:defPPr>
          </a:lstStyle>
          <a:p xmlns:a="http://schemas.openxmlformats.org/drawingml/2006/main">
            <a:pPr>
              <a:buNone/>
              <a:defRPr sz="1200">
                <a:solidFill>
                  <a:srgbClr val="B7C5D4"/>
                </a:solidFill>
                <a:latin typeface="Arial"/>
                <a:ea typeface="Arial"/>
                <a:cs typeface="Arial"/>
              </a:defRPr>
            </a:pPr>
            <a:r>
              <a:rPr sz="1200">
                <a:solidFill>
                  <a:srgbClr val="B7C5D4"/>
                </a:solidFill>
                <a:latin typeface="Arial"/>
                <a:ea typeface="Arial"/>
                <a:cs typeface="Arial"/>
              </a:rPr>
              <a:t>Pruebas unitarias y de integración</a:t>
            </a:r>
          </a:p>
        </p:txBody>
      </p:sp>
      <p:sp>
        <p:nvSpPr>
          <p:cNvPr id="7" name="">
            <a:extLst xmlns:a="http://schemas.openxmlformats.org/drawingml/2006/main">
              <a:ext uri="{FF2B5EF4-FFF2-40B4-BE49-F238E27FC236}">
                <a16:creationId xmlns:a16="http://schemas.microsoft.com/office/drawing/2014/main" id="{FF4CB6A4-3053-4557-A3F5-F45155C9D418}"/>
              </a:ext>
            </a:extLst>
          </p:cNvPr>
          <p:cNvSpPr>
            <a:spLocks xmlns:a="http://schemas.openxmlformats.org/drawingml/2006/main" noGrp="1"/>
          </p:cNvSpPr>
          <p:nvPr/>
        </p:nvSpPr>
        <p:spPr>
          <a:xfrm xmlns:a="http://schemas.openxmlformats.org/drawingml/2006/main">
            <a:off x="4476750" y="2190750"/>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800" b="1">
                <a:solidFill>
                  <a:srgbClr val="F7C86D"/>
                </a:solidFill>
                <a:latin typeface="Arial"/>
                <a:ea typeface="Arial"/>
                <a:cs typeface="Arial"/>
              </a:defRPr>
            </a:defPPr>
          </a:lstStyle>
          <a:p xmlns:a="http://schemas.openxmlformats.org/drawingml/2006/main">
            <a:pPr>
              <a:buNone/>
              <a:defRPr sz="4800" b="1">
                <a:solidFill>
                  <a:srgbClr val="F7C86D"/>
                </a:solidFill>
                <a:latin typeface="Arial"/>
                <a:ea typeface="Arial"/>
                <a:cs typeface="Arial"/>
              </a:defRPr>
            </a:pPr>
            <a:r>
              <a:rPr sz="4800" b="1">
                <a:solidFill>
                  <a:srgbClr val="F7C86D"/>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079BA0BB-A6CB-4A37-8533-D63F4FF06252}"/>
              </a:ext>
            </a:extLst>
          </p:cNvPr>
          <p:cNvSpPr>
            <a:spLocks xmlns:a="http://schemas.openxmlformats.org/drawingml/2006/main" noGrp="1"/>
          </p:cNvSpPr>
          <p:nvPr/>
        </p:nvSpPr>
        <p:spPr>
          <a:xfrm xmlns:a="http://schemas.openxmlformats.org/drawingml/2006/main">
            <a:off x="44767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FFFFF"/>
                </a:solidFill>
                <a:latin typeface="Arial"/>
                <a:ea typeface="Arial"/>
                <a:cs typeface="Arial"/>
              </a:defRPr>
            </a:defPPr>
          </a:lstStyle>
          <a:p xmlns:a="http://schemas.openxmlformats.org/drawingml/2006/main">
            <a:pPr>
              <a:buNone/>
              <a:defRPr sz="1500" b="1">
                <a:solidFill>
                  <a:srgbClr val="FFFFFF"/>
                </a:solidFill>
                <a:latin typeface="Arial"/>
                <a:ea typeface="Arial"/>
                <a:cs typeface="Arial"/>
              </a:defRPr>
            </a:pPr>
            <a:r>
              <a:rPr sz="1500" b="1">
                <a:solidFill>
                  <a:srgbClr val="FFFFFF"/>
                </a:solidFill>
                <a:latin typeface="Arial"/>
                <a:ea typeface="Arial"/>
                <a:cs typeface="Arial"/>
              </a:rPr>
              <a:t>E2E dirigidos</a:t>
            </a:r>
          </a:p>
        </p:txBody>
      </p:sp>
      <p:sp>
        <p:nvSpPr>
          <p:cNvPr id="9" name="">
            <a:extLst xmlns:a="http://schemas.openxmlformats.org/drawingml/2006/main">
              <a:ext uri="{FF2B5EF4-FFF2-40B4-BE49-F238E27FC236}">
                <a16:creationId xmlns:a16="http://schemas.microsoft.com/office/drawing/2014/main" id="{03245D43-0288-47B4-9DD7-3ED4BCC56992}"/>
              </a:ext>
            </a:extLst>
          </p:cNvPr>
          <p:cNvSpPr>
            <a:spLocks xmlns:a="http://schemas.openxmlformats.org/drawingml/2006/main" noGrp="1"/>
          </p:cNvSpPr>
          <p:nvPr/>
        </p:nvSpPr>
        <p:spPr>
          <a:xfrm xmlns:a="http://schemas.openxmlformats.org/drawingml/2006/main">
            <a:off x="4619625" y="3476625"/>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B7C5D4"/>
                </a:solidFill>
                <a:latin typeface="Arial"/>
                <a:ea typeface="Arial"/>
                <a:cs typeface="Arial"/>
              </a:defRPr>
            </a:defPPr>
          </a:lstStyle>
          <a:p xmlns:a="http://schemas.openxmlformats.org/drawingml/2006/main">
            <a:pPr>
              <a:buNone/>
              <a:defRPr sz="1200">
                <a:solidFill>
                  <a:srgbClr val="B7C5D4"/>
                </a:solidFill>
                <a:latin typeface="Arial"/>
                <a:ea typeface="Arial"/>
                <a:cs typeface="Arial"/>
              </a:defRPr>
            </a:pPr>
            <a:r>
              <a:rPr sz="1200">
                <a:solidFill>
                  <a:srgbClr val="B7C5D4"/>
                </a:solidFill>
                <a:latin typeface="Arial"/>
                <a:ea typeface="Arial"/>
                <a:cs typeface="Arial"/>
              </a:rPr>
              <a:t>Señal física y modo manual persistente</a:t>
            </a:r>
          </a:p>
        </p:txBody>
      </p:sp>
      <p:sp>
        <p:nvSpPr>
          <p:cNvPr id="10" name="">
            <a:extLst xmlns:a="http://schemas.openxmlformats.org/drawingml/2006/main">
              <a:ext uri="{FF2B5EF4-FFF2-40B4-BE49-F238E27FC236}">
                <a16:creationId xmlns:a16="http://schemas.microsoft.com/office/drawing/2014/main" id="{731E352C-7C12-4FE9-9B25-8989B83C9EC7}"/>
              </a:ext>
            </a:extLst>
          </p:cNvPr>
          <p:cNvSpPr>
            <a:spLocks xmlns:a="http://schemas.openxmlformats.org/drawingml/2006/main" noGrp="1"/>
          </p:cNvSpPr>
          <p:nvPr/>
        </p:nvSpPr>
        <p:spPr>
          <a:xfrm xmlns:a="http://schemas.openxmlformats.org/drawingml/2006/main">
            <a:off x="8001000" y="2190750"/>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800" b="1">
                <a:solidFill>
                  <a:srgbClr val="9EDFD9"/>
                </a:solidFill>
                <a:latin typeface="Arial"/>
                <a:ea typeface="Arial"/>
                <a:cs typeface="Arial"/>
              </a:defRPr>
            </a:defPPr>
          </a:lstStyle>
          <a:p xmlns:a="http://schemas.openxmlformats.org/drawingml/2006/main">
            <a:pPr>
              <a:buNone/>
              <a:defRPr sz="4800" b="1">
                <a:solidFill>
                  <a:srgbClr val="9EDFD9"/>
                </a:solidFill>
                <a:latin typeface="Arial"/>
                <a:ea typeface="Arial"/>
                <a:cs typeface="Arial"/>
              </a:defRPr>
            </a:pPr>
            <a:r>
              <a:rPr sz="4800" b="1">
                <a:solidFill>
                  <a:srgbClr val="9EDFD9"/>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99E557F6-2D89-4F08-BB5E-2053C70E0BD9}"/>
              </a:ext>
            </a:extLst>
          </p:cNvPr>
          <p:cNvSpPr>
            <a:spLocks xmlns:a="http://schemas.openxmlformats.org/drawingml/2006/main" noGrp="1"/>
          </p:cNvSpPr>
          <p:nvPr/>
        </p:nvSpPr>
        <p:spPr>
          <a:xfrm xmlns:a="http://schemas.openxmlformats.org/drawingml/2006/main">
            <a:off x="800100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FFFFF"/>
                </a:solidFill>
                <a:latin typeface="Arial"/>
                <a:ea typeface="Arial"/>
                <a:cs typeface="Arial"/>
              </a:defRPr>
            </a:defPPr>
          </a:lstStyle>
          <a:p xmlns:a="http://schemas.openxmlformats.org/drawingml/2006/main">
            <a:pPr>
              <a:buNone/>
              <a:defRPr sz="1500" b="1">
                <a:solidFill>
                  <a:srgbClr val="FFFFFF"/>
                </a:solidFill>
                <a:latin typeface="Arial"/>
                <a:ea typeface="Arial"/>
                <a:cs typeface="Arial"/>
              </a:defRPr>
            </a:pPr>
            <a:r>
              <a:rPr sz="1500" b="1">
                <a:solidFill>
                  <a:srgbClr val="FFFFFF"/>
                </a:solidFill>
                <a:latin typeface="Arial"/>
                <a:ea typeface="Arial"/>
                <a:cs typeface="Arial"/>
              </a:rPr>
              <a:t>demo HTTPS</a:t>
            </a:r>
          </a:p>
        </p:txBody>
      </p:sp>
      <p:sp>
        <p:nvSpPr>
          <p:cNvPr id="12" name="">
            <a:extLst xmlns:a="http://schemas.openxmlformats.org/drawingml/2006/main">
              <a:ext uri="{FF2B5EF4-FFF2-40B4-BE49-F238E27FC236}">
                <a16:creationId xmlns:a16="http://schemas.microsoft.com/office/drawing/2014/main" id="{C4DBDD5D-1669-4C0A-BB7F-F40A69D8A0DC}"/>
              </a:ext>
            </a:extLst>
          </p:cNvPr>
          <p:cNvSpPr>
            <a:spLocks xmlns:a="http://schemas.openxmlformats.org/drawingml/2006/main" noGrp="1"/>
          </p:cNvSpPr>
          <p:nvPr/>
        </p:nvSpPr>
        <p:spPr>
          <a:xfrm xmlns:a="http://schemas.openxmlformats.org/drawingml/2006/main">
            <a:off x="8143875" y="3476625"/>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B7C5D4"/>
                </a:solidFill>
                <a:latin typeface="Arial"/>
                <a:ea typeface="Arial"/>
                <a:cs typeface="Arial"/>
              </a:defRPr>
            </a:defPPr>
          </a:lstStyle>
          <a:p xmlns:a="http://schemas.openxmlformats.org/drawingml/2006/main">
            <a:pPr>
              <a:buNone/>
              <a:defRPr sz="1200">
                <a:solidFill>
                  <a:srgbClr val="B7C5D4"/>
                </a:solidFill>
                <a:latin typeface="Arial"/>
                <a:ea typeface="Arial"/>
                <a:cs typeface="Arial"/>
              </a:defRPr>
            </a:pPr>
            <a:r>
              <a:rPr sz="1200">
                <a:solidFill>
                  <a:srgbClr val="B7C5D4"/>
                </a:solidFill>
                <a:latin typeface="Arial"/>
                <a:ea typeface="Arial"/>
                <a:cs typeface="Arial"/>
              </a:rPr>
              <a:t>Publicada en Oracle Always Free</a:t>
            </a:r>
          </a:p>
        </p:txBody>
      </p:sp>
      <p:sp>
        <p:nvSpPr>
          <p:cNvPr id="13" name="">
            <a:extLst xmlns:a="http://schemas.openxmlformats.org/drawingml/2006/main">
              <a:ext uri="{FF2B5EF4-FFF2-40B4-BE49-F238E27FC236}">
                <a16:creationId xmlns:a16="http://schemas.microsoft.com/office/drawing/2014/main" id="{2EFD2A94-CDBF-49A4-982B-60FDFA1A865D}"/>
              </a:ext>
            </a:extLst>
          </p:cNvPr>
          <p:cNvSpPr>
            <a:spLocks xmlns:a="http://schemas.openxmlformats.org/drawingml/2006/main" noGrp="1"/>
          </p:cNvSpPr>
          <p:nvPr/>
        </p:nvSpPr>
        <p:spPr>
          <a:xfrm xmlns:a="http://schemas.openxmlformats.org/drawingml/2006/main">
            <a:off x="1333500" y="5048250"/>
            <a:ext cx="9525000" cy="19050"/>
          </a:xfrm>
          <a:prstGeom xmlns:a="http://schemas.openxmlformats.org/drawingml/2006/main" prst="rect">
            <a:avLst/>
          </a:prstGeom>
          <a:solidFill xmlns:a="http://schemas.openxmlformats.org/drawingml/2006/main">
            <a:srgbClr val="40516A"/>
          </a:solidFill>
          <a:ln xmlns:a="http://schemas.openxmlformats.org/drawingml/2006/main" w="9525">
            <a:solidFill>
              <a:srgbClr val="40516A"/>
            </a:solidFill>
            <a:prstDash val="solid"/>
          </a:ln>
        </p:spPr>
      </p:sp>
      <p:sp>
        <p:nvSpPr>
          <p:cNvPr id="14" name="">
            <a:extLst xmlns:a="http://schemas.openxmlformats.org/drawingml/2006/main">
              <a:ext uri="{FF2B5EF4-FFF2-40B4-BE49-F238E27FC236}">
                <a16:creationId xmlns:a16="http://schemas.microsoft.com/office/drawing/2014/main" id="{BDD79661-4166-4B7C-B916-C9CD2231D6DA}"/>
              </a:ext>
            </a:extLst>
          </p:cNvPr>
          <p:cNvSpPr>
            <a:spLocks xmlns:a="http://schemas.openxmlformats.org/drawingml/2006/main" noGrp="1"/>
          </p:cNvSpPr>
          <p:nvPr/>
        </p:nvSpPr>
        <p:spPr>
          <a:xfrm xmlns:a="http://schemas.openxmlformats.org/drawingml/2006/main">
            <a:off x="1676400" y="5353050"/>
            <a:ext cx="885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FFFFFF"/>
                </a:solidFill>
                <a:latin typeface="Arial"/>
                <a:ea typeface="Arial"/>
                <a:cs typeface="Arial"/>
              </a:defRPr>
            </a:defPPr>
          </a:lstStyle>
          <a:p xmlns:a="http://schemas.openxmlformats.org/drawingml/2006/main">
            <a:pPr>
              <a:buNone/>
              <a:defRPr sz="1500">
                <a:solidFill>
                  <a:srgbClr val="FFFFFF"/>
                </a:solidFill>
                <a:latin typeface="Arial"/>
                <a:ea typeface="Arial"/>
                <a:cs typeface="Arial"/>
              </a:defRPr>
            </a:pPr>
            <a:r>
              <a:rPr sz="1500">
                <a:solidFill>
                  <a:srgbClr val="FFFFFF"/>
                </a:solidFill>
                <a:latin typeface="Arial"/>
                <a:ea typeface="Arial"/>
                <a:cs typeface="Arial"/>
              </a:rPr>
              <a:t>La evidencia reciente incluye backup cifrado, restauración aislada y reinicio del VPS.</a:t>
            </a:r>
          </a:p>
        </p:txBody>
      </p:sp>
      <p:sp>
        <p:nvSpPr>
          <p:cNvPr id="15" name="">
            <a:extLst xmlns:a="http://schemas.openxmlformats.org/drawingml/2006/main">
              <a:ext uri="{FF2B5EF4-FFF2-40B4-BE49-F238E27FC236}">
                <a16:creationId xmlns:a16="http://schemas.microsoft.com/office/drawing/2014/main" id="{A86A121D-C79D-4AA5-B4A7-46BB178D2296}"/>
              </a:ext>
            </a:extLst>
          </p:cNvPr>
          <p:cNvSpPr>
            <a:spLocks xmlns:a="http://schemas.openxmlformats.org/drawingml/2006/main" noGrp="1"/>
          </p:cNvSpPr>
          <p:nvPr/>
        </p:nvSpPr>
        <p:spPr>
          <a:xfrm xmlns:a="http://schemas.openxmlformats.org/drawingml/2006/main">
            <a:off x="685800" y="649605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a:solidFill>
                  <a:srgbClr val="AFC0D0"/>
                </a:solidFill>
                <a:latin typeface="Arial"/>
                <a:ea typeface="Arial"/>
                <a:cs typeface="Arial"/>
              </a:defRPr>
            </a:defPPr>
          </a:lstStyle>
          <a:p xmlns:a="http://schemas.openxmlformats.org/drawingml/2006/main">
            <a:pPr>
              <a:buNone/>
              <a:defRPr sz="825">
                <a:solidFill>
                  <a:srgbClr val="AFC0D0"/>
                </a:solidFill>
                <a:latin typeface="Arial"/>
                <a:ea typeface="Arial"/>
                <a:cs typeface="Arial"/>
              </a:defRPr>
            </a:pPr>
            <a:r>
              <a:rPr sz="825">
                <a:solidFill>
                  <a:srgbClr val="AFC0D0"/>
                </a:solidFill>
                <a:latin typeface="Arial"/>
                <a:ea typeface="Arial"/>
                <a:cs typeface="Arial"/>
              </a:rPr>
              <a:t>Terreno Conectado · Avance Fase 2</a:t>
            </a:r>
          </a:p>
        </p:txBody>
      </p:sp>
      <p:sp>
        <p:nvSpPr>
          <p:cNvPr id="16" name="">
            <a:extLst xmlns:a="http://schemas.openxmlformats.org/drawingml/2006/main">
              <a:ext uri="{FF2B5EF4-FFF2-40B4-BE49-F238E27FC236}">
                <a16:creationId xmlns:a16="http://schemas.microsoft.com/office/drawing/2014/main" id="{1F7AC13F-78ED-4C5D-BFEA-2F62D2529C00}"/>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FC0D0"/>
                </a:solidFill>
                <a:latin typeface="Arial"/>
                <a:ea typeface="Arial"/>
                <a:cs typeface="Arial"/>
              </a:defRPr>
            </a:defPPr>
          </a:lstStyle>
          <a:p xmlns:a="http://schemas.openxmlformats.org/drawingml/2006/main">
            <a:pPr>
              <a:buNone/>
              <a:defRPr sz="825" b="1">
                <a:solidFill>
                  <a:srgbClr val="AFC0D0"/>
                </a:solidFill>
                <a:latin typeface="Arial"/>
                <a:ea typeface="Arial"/>
                <a:cs typeface="Arial"/>
              </a:defRPr>
            </a:pPr>
            <a:r>
              <a:rPr sz="825" b="1">
                <a:solidFill>
                  <a:srgbClr val="AFC0D0"/>
                </a:solidFill>
                <a:latin typeface="Arial"/>
                <a:ea typeface="Arial"/>
                <a:cs typeface="Arial"/>
              </a:rPr>
              <a:t>08</a:t>
            </a:r>
          </a:p>
        </p:txBody>
      </p:sp>
    </p:spTree>
    <p:extLst>
      <p:ext uri="{BB962C8B-B14F-4D97-AF65-F5344CB8AC3E}">
        <p14:creationId xmlns:p14="http://schemas.microsoft.com/office/powerpoint/2010/main" val="1312625744"/>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3F856D4-A203-4A99-BA2F-C3F444856DDD}"/>
              </a:ext>
            </a:extLst>
          </p:cNvPr>
          <p:cNvSpPr>
            <a:spLocks xmlns:a="http://schemas.openxmlformats.org/drawingml/2006/main" noGrp="1"/>
          </p:cNvSpPr>
          <p:nvPr/>
        </p:nvSpPr>
        <p:spPr>
          <a:xfrm xmlns:a="http://schemas.openxmlformats.org/drawingml/2006/main">
            <a:off x="685800" y="4000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16B8B1"/>
                </a:solidFill>
                <a:latin typeface="Arial"/>
                <a:ea typeface="Arial"/>
                <a:cs typeface="Arial"/>
              </a:defRPr>
            </a:defPPr>
          </a:lstStyle>
          <a:p xmlns:a="http://schemas.openxmlformats.org/drawingml/2006/main">
            <a:pPr>
              <a:buNone/>
              <a:defRPr sz="900" b="1">
                <a:solidFill>
                  <a:srgbClr val="16B8B1"/>
                </a:solidFill>
                <a:latin typeface="Arial"/>
                <a:ea typeface="Arial"/>
                <a:cs typeface="Arial"/>
              </a:defRPr>
            </a:pPr>
            <a:r>
              <a:rPr sz="900" b="1">
                <a:solidFill>
                  <a:srgbClr val="16B8B1"/>
                </a:solidFill>
                <a:latin typeface="Arial"/>
                <a:ea typeface="Arial"/>
                <a:cs typeface="Arial"/>
              </a:rPr>
              <a:t>AJUSTES DEL PROYECTO</a:t>
            </a:r>
          </a:p>
        </p:txBody>
      </p:sp>
      <p:sp>
        <p:nvSpPr>
          <p:cNvPr id="2" name="">
            <a:extLst xmlns:a="http://schemas.openxmlformats.org/drawingml/2006/main">
              <a:ext uri="{FF2B5EF4-FFF2-40B4-BE49-F238E27FC236}">
                <a16:creationId xmlns:a16="http://schemas.microsoft.com/office/drawing/2014/main" id="{39669ABE-7084-4BF2-9CCE-64D1AB9867AD}"/>
              </a:ext>
            </a:extLst>
          </p:cNvPr>
          <p:cNvSpPr>
            <a:spLocks xmlns:a="http://schemas.openxmlformats.org/drawingml/2006/main" noGrp="1"/>
          </p:cNvSpPr>
          <p:nvPr/>
        </p:nvSpPr>
        <p:spPr>
          <a:xfrm xmlns:a="http://schemas.openxmlformats.org/drawingml/2006/main">
            <a:off x="685800" y="723900"/>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52238"/>
                </a:solidFill>
                <a:latin typeface="Arial"/>
                <a:ea typeface="Arial"/>
                <a:cs typeface="Arial"/>
              </a:defRPr>
            </a:defPPr>
          </a:lstStyle>
          <a:p xmlns:a="http://schemas.openxmlformats.org/drawingml/2006/main">
            <a:pPr>
              <a:buNone/>
              <a:defRPr sz="2550" b="1">
                <a:solidFill>
                  <a:srgbClr val="152238"/>
                </a:solidFill>
                <a:latin typeface="Arial"/>
                <a:ea typeface="Arial"/>
                <a:cs typeface="Arial"/>
              </a:defRPr>
            </a:pPr>
            <a:r>
              <a:rPr sz="2550" b="1">
                <a:solidFill>
                  <a:srgbClr val="152238"/>
                </a:solidFill>
                <a:latin typeface="Arial"/>
                <a:ea typeface="Arial"/>
                <a:cs typeface="Arial"/>
              </a:rPr>
              <a:t>Mejoras incorporadas durante el avance</a:t>
            </a:r>
          </a:p>
        </p:txBody>
      </p:sp>
      <p:sp>
        <p:nvSpPr>
          <p:cNvPr id="3" name="">
            <a:extLst xmlns:a="http://schemas.openxmlformats.org/drawingml/2006/main">
              <a:ext uri="{FF2B5EF4-FFF2-40B4-BE49-F238E27FC236}">
                <a16:creationId xmlns:a16="http://schemas.microsoft.com/office/drawing/2014/main" id="{26662B56-AB59-4040-87E9-91300F9200F8}"/>
              </a:ext>
            </a:extLst>
          </p:cNvPr>
          <p:cNvSpPr>
            <a:spLocks xmlns:a="http://schemas.openxmlformats.org/drawingml/2006/main" noGrp="1"/>
          </p:cNvSpPr>
          <p:nvPr/>
        </p:nvSpPr>
        <p:spPr>
          <a:xfrm xmlns:a="http://schemas.openxmlformats.org/drawingml/2006/main">
            <a:off x="685800" y="1333500"/>
            <a:ext cx="685800" cy="38100"/>
          </a:xfrm>
          <a:prstGeom xmlns:a="http://schemas.openxmlformats.org/drawingml/2006/main" prst="rect">
            <a:avLst/>
          </a:prstGeom>
          <a:solidFill xmlns:a="http://schemas.openxmlformats.org/drawingml/2006/main">
            <a:srgbClr val="16B8B1"/>
          </a:solidFill>
          <a:ln xmlns:a="http://schemas.openxmlformats.org/drawingml/2006/main" w="9525">
            <a:solidFill>
              <a:srgbClr val="16B8B1"/>
            </a:solidFill>
            <a:prstDash val="solid"/>
          </a:ln>
        </p:spPr>
      </p:sp>
      <p:sp>
        <p:nvSpPr>
          <p:cNvPr id="4" name="">
            <a:extLst xmlns:a="http://schemas.openxmlformats.org/drawingml/2006/main">
              <a:ext uri="{FF2B5EF4-FFF2-40B4-BE49-F238E27FC236}">
                <a16:creationId xmlns:a16="http://schemas.microsoft.com/office/drawing/2014/main" id="{CC590411-83E0-4800-8B3D-0B471590CDAC}"/>
              </a:ext>
            </a:extLst>
          </p:cNvPr>
          <p:cNvSpPr>
            <a:spLocks xmlns:a="http://schemas.openxmlformats.org/drawingml/2006/main" noGrp="1"/>
          </p:cNvSpPr>
          <p:nvPr/>
        </p:nvSpPr>
        <p:spPr>
          <a:xfrm xmlns:a="http://schemas.openxmlformats.org/drawingml/2006/main">
            <a:off x="685800" y="1762125"/>
            <a:ext cx="1619250" cy="457200"/>
          </a:xfrm>
          <a:prstGeom xmlns:a="http://schemas.openxmlformats.org/drawingml/2006/main" prst="roundRect">
            <a:avLst>
              <a:gd name="adj" fmla="val 25000"/>
            </a:avLst>
          </a:prstGeom>
          <a:solidFill xmlns:a="http://schemas.openxmlformats.org/drawingml/2006/main">
            <a:srgbClr val="DDF5F3"/>
          </a:solidFill>
          <a:ln xmlns:a="http://schemas.openxmlformats.org/drawingml/2006/main" w="9525">
            <a:solidFill>
              <a:srgbClr val="DDF5F3"/>
            </a:solidFill>
            <a:prstDash val="solid"/>
          </a:ln>
        </p:spPr>
      </p:sp>
      <p:sp>
        <p:nvSpPr>
          <p:cNvPr id="5" name="">
            <a:extLst xmlns:a="http://schemas.openxmlformats.org/drawingml/2006/main">
              <a:ext uri="{FF2B5EF4-FFF2-40B4-BE49-F238E27FC236}">
                <a16:creationId xmlns:a16="http://schemas.microsoft.com/office/drawing/2014/main" id="{3EDE6142-7C04-4EEA-A322-8D729C171DC9}"/>
              </a:ext>
            </a:extLst>
          </p:cNvPr>
          <p:cNvSpPr>
            <a:spLocks xmlns:a="http://schemas.openxmlformats.org/drawingml/2006/main" noGrp="1"/>
          </p:cNvSpPr>
          <p:nvPr/>
        </p:nvSpPr>
        <p:spPr>
          <a:xfrm xmlns:a="http://schemas.openxmlformats.org/drawingml/2006/main">
            <a:off x="838200" y="1876425"/>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52238"/>
                </a:solidFill>
                <a:latin typeface="Arial"/>
                <a:ea typeface="Arial"/>
                <a:cs typeface="Arial"/>
              </a:defRPr>
            </a:defPPr>
          </a:lstStyle>
          <a:p xmlns:a="http://schemas.openxmlformats.org/drawingml/2006/main">
            <a:pPr>
              <a:buNone/>
              <a:defRPr sz="1200" b="1">
                <a:solidFill>
                  <a:srgbClr val="152238"/>
                </a:solidFill>
                <a:latin typeface="Arial"/>
                <a:ea typeface="Arial"/>
                <a:cs typeface="Arial"/>
              </a:defRPr>
            </a:pPr>
            <a:r>
              <a:rPr sz="1200" b="1">
                <a:solidFill>
                  <a:srgbClr val="152238"/>
                </a:solidFill>
                <a:latin typeface="Arial"/>
                <a:ea typeface="Arial"/>
                <a:cs typeface="Arial"/>
              </a:rPr>
              <a:t>Formularios</a:t>
            </a:r>
          </a:p>
        </p:txBody>
      </p:sp>
      <p:sp>
        <p:nvSpPr>
          <p:cNvPr id="6" name="">
            <a:extLst xmlns:a="http://schemas.openxmlformats.org/drawingml/2006/main">
              <a:ext uri="{FF2B5EF4-FFF2-40B4-BE49-F238E27FC236}">
                <a16:creationId xmlns:a16="http://schemas.microsoft.com/office/drawing/2014/main" id="{BD781B48-1720-4BE8-91BE-FEDA0C6A7347}"/>
              </a:ext>
            </a:extLst>
          </p:cNvPr>
          <p:cNvSpPr>
            <a:spLocks xmlns:a="http://schemas.openxmlformats.org/drawingml/2006/main" noGrp="1"/>
          </p:cNvSpPr>
          <p:nvPr/>
        </p:nvSpPr>
        <p:spPr>
          <a:xfrm xmlns:a="http://schemas.openxmlformats.org/drawingml/2006/main">
            <a:off x="2609850" y="1809750"/>
            <a:ext cx="800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152238"/>
                </a:solidFill>
                <a:latin typeface="Arial"/>
                <a:ea typeface="Arial"/>
                <a:cs typeface="Arial"/>
              </a:defRPr>
            </a:defPPr>
          </a:lstStyle>
          <a:p xmlns:a="http://schemas.openxmlformats.org/drawingml/2006/main">
            <a:pPr>
              <a:buNone/>
              <a:defRPr sz="1350">
                <a:solidFill>
                  <a:srgbClr val="152238"/>
                </a:solidFill>
                <a:latin typeface="Arial"/>
                <a:ea typeface="Arial"/>
                <a:cs typeface="Arial"/>
              </a:defRPr>
            </a:pPr>
            <a:r>
              <a:rPr sz="1350">
                <a:solidFill>
                  <a:srgbClr val="152238"/>
                </a:solidFill>
                <a:latin typeface="Arial"/>
                <a:ea typeface="Arial"/>
                <a:cs typeface="Arial"/>
              </a:rPr>
              <a:t>Se corrigió el catálogo para que cada trabajador vea sólo sus formularios asignados.</a:t>
            </a:r>
          </a:p>
        </p:txBody>
      </p:sp>
      <p:sp>
        <p:nvSpPr>
          <p:cNvPr id="7" name="">
            <a:extLst xmlns:a="http://schemas.openxmlformats.org/drawingml/2006/main">
              <a:ext uri="{FF2B5EF4-FFF2-40B4-BE49-F238E27FC236}">
                <a16:creationId xmlns:a16="http://schemas.microsoft.com/office/drawing/2014/main" id="{348FDB18-830C-4EC9-A07E-716C3B1B98E4}"/>
              </a:ext>
            </a:extLst>
          </p:cNvPr>
          <p:cNvSpPr>
            <a:spLocks xmlns:a="http://schemas.openxmlformats.org/drawingml/2006/main" noGrp="1"/>
          </p:cNvSpPr>
          <p:nvPr/>
        </p:nvSpPr>
        <p:spPr>
          <a:xfrm xmlns:a="http://schemas.openxmlformats.org/drawingml/2006/main">
            <a:off x="685800" y="2486025"/>
            <a:ext cx="1619250" cy="457200"/>
          </a:xfrm>
          <a:prstGeom xmlns:a="http://schemas.openxmlformats.org/drawingml/2006/main" prst="roundRect">
            <a:avLst>
              <a:gd name="adj" fmla="val 25000"/>
            </a:avLst>
          </a:prstGeom>
          <a:solidFill xmlns:a="http://schemas.openxmlformats.org/drawingml/2006/main">
            <a:srgbClr val="DDF5F3"/>
          </a:solidFill>
          <a:ln xmlns:a="http://schemas.openxmlformats.org/drawingml/2006/main" w="9525">
            <a:solidFill>
              <a:srgbClr val="DDF5F3"/>
            </a:solidFill>
            <a:prstDash val="solid"/>
          </a:ln>
        </p:spPr>
      </p:sp>
      <p:sp>
        <p:nvSpPr>
          <p:cNvPr id="8" name="">
            <a:extLst xmlns:a="http://schemas.openxmlformats.org/drawingml/2006/main">
              <a:ext uri="{FF2B5EF4-FFF2-40B4-BE49-F238E27FC236}">
                <a16:creationId xmlns:a16="http://schemas.microsoft.com/office/drawing/2014/main" id="{768E0DD3-F169-45AD-ACD8-EE89B79FBAC8}"/>
              </a:ext>
            </a:extLst>
          </p:cNvPr>
          <p:cNvSpPr>
            <a:spLocks xmlns:a="http://schemas.openxmlformats.org/drawingml/2006/main" noGrp="1"/>
          </p:cNvSpPr>
          <p:nvPr/>
        </p:nvSpPr>
        <p:spPr>
          <a:xfrm xmlns:a="http://schemas.openxmlformats.org/drawingml/2006/main">
            <a:off x="838200" y="2600325"/>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52238"/>
                </a:solidFill>
                <a:latin typeface="Arial"/>
                <a:ea typeface="Arial"/>
                <a:cs typeface="Arial"/>
              </a:defRPr>
            </a:defPPr>
          </a:lstStyle>
          <a:p xmlns:a="http://schemas.openxmlformats.org/drawingml/2006/main">
            <a:pPr>
              <a:buNone/>
              <a:defRPr sz="1200" b="1">
                <a:solidFill>
                  <a:srgbClr val="152238"/>
                </a:solidFill>
                <a:latin typeface="Arial"/>
                <a:ea typeface="Arial"/>
                <a:cs typeface="Arial"/>
              </a:defRPr>
            </a:pPr>
            <a:r>
              <a:rPr sz="1200" b="1">
                <a:solidFill>
                  <a:srgbClr val="152238"/>
                </a:solidFill>
                <a:latin typeface="Arial"/>
                <a:ea typeface="Arial"/>
                <a:cs typeface="Arial"/>
              </a:rPr>
              <a:t>Conexión</a:t>
            </a:r>
          </a:p>
        </p:txBody>
      </p:sp>
      <p:sp>
        <p:nvSpPr>
          <p:cNvPr id="9" name="">
            <a:extLst xmlns:a="http://schemas.openxmlformats.org/drawingml/2006/main">
              <a:ext uri="{FF2B5EF4-FFF2-40B4-BE49-F238E27FC236}">
                <a16:creationId xmlns:a16="http://schemas.microsoft.com/office/drawing/2014/main" id="{85740657-5285-4727-B277-EFF0F1C45BE9}"/>
              </a:ext>
            </a:extLst>
          </p:cNvPr>
          <p:cNvSpPr>
            <a:spLocks xmlns:a="http://schemas.openxmlformats.org/drawingml/2006/main" noGrp="1"/>
          </p:cNvSpPr>
          <p:nvPr/>
        </p:nvSpPr>
        <p:spPr>
          <a:xfrm xmlns:a="http://schemas.openxmlformats.org/drawingml/2006/main">
            <a:off x="2609850" y="2533650"/>
            <a:ext cx="800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152238"/>
                </a:solidFill>
                <a:latin typeface="Arial"/>
                <a:ea typeface="Arial"/>
                <a:cs typeface="Arial"/>
              </a:defRPr>
            </a:defPPr>
          </a:lstStyle>
          <a:p xmlns:a="http://schemas.openxmlformats.org/drawingml/2006/main">
            <a:pPr>
              <a:buNone/>
              <a:defRPr sz="1350">
                <a:solidFill>
                  <a:srgbClr val="152238"/>
                </a:solidFill>
                <a:latin typeface="Arial"/>
                <a:ea typeface="Arial"/>
                <a:cs typeface="Arial"/>
              </a:defRPr>
            </a:pPr>
            <a:r>
              <a:rPr sz="1350">
                <a:solidFill>
                  <a:srgbClr val="152238"/>
                </a:solidFill>
                <a:latin typeface="Arial"/>
                <a:ea typeface="Arial"/>
                <a:cs typeface="Arial"/>
              </a:rPr>
              <a:t>El switch manual persiste al recargar y evita sincronizar hasta reactivarse.</a:t>
            </a:r>
          </a:p>
        </p:txBody>
      </p:sp>
      <p:sp>
        <p:nvSpPr>
          <p:cNvPr id="10" name="">
            <a:extLst xmlns:a="http://schemas.openxmlformats.org/drawingml/2006/main">
              <a:ext uri="{FF2B5EF4-FFF2-40B4-BE49-F238E27FC236}">
                <a16:creationId xmlns:a16="http://schemas.microsoft.com/office/drawing/2014/main" id="{11CA87EB-EE22-4D60-B4B0-BDE4640C6C8F}"/>
              </a:ext>
            </a:extLst>
          </p:cNvPr>
          <p:cNvSpPr>
            <a:spLocks xmlns:a="http://schemas.openxmlformats.org/drawingml/2006/main" noGrp="1"/>
          </p:cNvSpPr>
          <p:nvPr/>
        </p:nvSpPr>
        <p:spPr>
          <a:xfrm xmlns:a="http://schemas.openxmlformats.org/drawingml/2006/main">
            <a:off x="685800" y="3209925"/>
            <a:ext cx="1619250" cy="457200"/>
          </a:xfrm>
          <a:prstGeom xmlns:a="http://schemas.openxmlformats.org/drawingml/2006/main" prst="roundRect">
            <a:avLst>
              <a:gd name="adj" fmla="val 25000"/>
            </a:avLst>
          </a:prstGeom>
          <a:solidFill xmlns:a="http://schemas.openxmlformats.org/drawingml/2006/main">
            <a:srgbClr val="DDF5F3"/>
          </a:solidFill>
          <a:ln xmlns:a="http://schemas.openxmlformats.org/drawingml/2006/main" w="9525">
            <a:solidFill>
              <a:srgbClr val="DDF5F3"/>
            </a:solidFill>
            <a:prstDash val="solid"/>
          </a:ln>
        </p:spPr>
      </p:sp>
      <p:sp>
        <p:nvSpPr>
          <p:cNvPr id="11" name="">
            <a:extLst xmlns:a="http://schemas.openxmlformats.org/drawingml/2006/main">
              <a:ext uri="{FF2B5EF4-FFF2-40B4-BE49-F238E27FC236}">
                <a16:creationId xmlns:a16="http://schemas.microsoft.com/office/drawing/2014/main" id="{98AC626B-CC61-40CF-992D-E066BCF74518}"/>
              </a:ext>
            </a:extLst>
          </p:cNvPr>
          <p:cNvSpPr>
            <a:spLocks xmlns:a="http://schemas.openxmlformats.org/drawingml/2006/main" noGrp="1"/>
          </p:cNvSpPr>
          <p:nvPr/>
        </p:nvSpPr>
        <p:spPr>
          <a:xfrm xmlns:a="http://schemas.openxmlformats.org/drawingml/2006/main">
            <a:off x="838200" y="3324225"/>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52238"/>
                </a:solidFill>
                <a:latin typeface="Arial"/>
                <a:ea typeface="Arial"/>
                <a:cs typeface="Arial"/>
              </a:defRPr>
            </a:defPPr>
          </a:lstStyle>
          <a:p xmlns:a="http://schemas.openxmlformats.org/drawingml/2006/main">
            <a:pPr>
              <a:buNone/>
              <a:defRPr sz="1200" b="1">
                <a:solidFill>
                  <a:srgbClr val="152238"/>
                </a:solidFill>
                <a:latin typeface="Arial"/>
                <a:ea typeface="Arial"/>
                <a:cs typeface="Arial"/>
              </a:defRPr>
            </a:pPr>
            <a:r>
              <a:rPr sz="1200" b="1">
                <a:solidFill>
                  <a:srgbClr val="152238"/>
                </a:solidFill>
                <a:latin typeface="Arial"/>
                <a:ea typeface="Arial"/>
                <a:cs typeface="Arial"/>
              </a:rPr>
              <a:t>Validación</a:t>
            </a:r>
          </a:p>
        </p:txBody>
      </p:sp>
      <p:sp>
        <p:nvSpPr>
          <p:cNvPr id="12" name="">
            <a:extLst xmlns:a="http://schemas.openxmlformats.org/drawingml/2006/main">
              <a:ext uri="{FF2B5EF4-FFF2-40B4-BE49-F238E27FC236}">
                <a16:creationId xmlns:a16="http://schemas.microsoft.com/office/drawing/2014/main" id="{44798A8C-E184-47AB-9554-03922B358F09}"/>
              </a:ext>
            </a:extLst>
          </p:cNvPr>
          <p:cNvSpPr>
            <a:spLocks xmlns:a="http://schemas.openxmlformats.org/drawingml/2006/main" noGrp="1"/>
          </p:cNvSpPr>
          <p:nvPr/>
        </p:nvSpPr>
        <p:spPr>
          <a:xfrm xmlns:a="http://schemas.openxmlformats.org/drawingml/2006/main">
            <a:off x="2609850" y="3257550"/>
            <a:ext cx="800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152238"/>
                </a:solidFill>
                <a:latin typeface="Arial"/>
                <a:ea typeface="Arial"/>
                <a:cs typeface="Arial"/>
              </a:defRPr>
            </a:defPPr>
          </a:lstStyle>
          <a:p xmlns:a="http://schemas.openxmlformats.org/drawingml/2006/main">
            <a:pPr>
              <a:buNone/>
              <a:defRPr sz="1350">
                <a:solidFill>
                  <a:srgbClr val="152238"/>
                </a:solidFill>
                <a:latin typeface="Arial"/>
                <a:ea typeface="Arial"/>
                <a:cs typeface="Arial"/>
              </a:defRPr>
            </a:pPr>
            <a:r>
              <a:rPr sz="1350">
                <a:solidFill>
                  <a:srgbClr val="152238"/>
                </a:solidFill>
                <a:latin typeface="Arial"/>
                <a:ea typeface="Arial"/>
                <a:cs typeface="Arial"/>
              </a:rPr>
              <a:t>El envío se bloquea si faltan campos obligatorios o si hay un error numérico visible.</a:t>
            </a:r>
          </a:p>
        </p:txBody>
      </p:sp>
      <p:sp>
        <p:nvSpPr>
          <p:cNvPr id="13" name="">
            <a:extLst xmlns:a="http://schemas.openxmlformats.org/drawingml/2006/main">
              <a:ext uri="{FF2B5EF4-FFF2-40B4-BE49-F238E27FC236}">
                <a16:creationId xmlns:a16="http://schemas.microsoft.com/office/drawing/2014/main" id="{B5838C47-CFEA-4006-9FB0-78EE937C2A24}"/>
              </a:ext>
            </a:extLst>
          </p:cNvPr>
          <p:cNvSpPr>
            <a:spLocks xmlns:a="http://schemas.openxmlformats.org/drawingml/2006/main" noGrp="1"/>
          </p:cNvSpPr>
          <p:nvPr/>
        </p:nvSpPr>
        <p:spPr>
          <a:xfrm xmlns:a="http://schemas.openxmlformats.org/drawingml/2006/main">
            <a:off x="685800" y="3933825"/>
            <a:ext cx="1619250" cy="457200"/>
          </a:xfrm>
          <a:prstGeom xmlns:a="http://schemas.openxmlformats.org/drawingml/2006/main" prst="roundRect">
            <a:avLst>
              <a:gd name="adj" fmla="val 25000"/>
            </a:avLst>
          </a:prstGeom>
          <a:solidFill xmlns:a="http://schemas.openxmlformats.org/drawingml/2006/main">
            <a:srgbClr val="DDF5F3"/>
          </a:solidFill>
          <a:ln xmlns:a="http://schemas.openxmlformats.org/drawingml/2006/main" w="9525">
            <a:solidFill>
              <a:srgbClr val="DDF5F3"/>
            </a:solidFill>
            <a:prstDash val="solid"/>
          </a:ln>
        </p:spPr>
      </p:sp>
      <p:sp>
        <p:nvSpPr>
          <p:cNvPr id="14" name="">
            <a:extLst xmlns:a="http://schemas.openxmlformats.org/drawingml/2006/main">
              <a:ext uri="{FF2B5EF4-FFF2-40B4-BE49-F238E27FC236}">
                <a16:creationId xmlns:a16="http://schemas.microsoft.com/office/drawing/2014/main" id="{CCCB9F6D-2248-4D4A-BDC2-F37CF0D2DBBD}"/>
              </a:ext>
            </a:extLst>
          </p:cNvPr>
          <p:cNvSpPr>
            <a:spLocks xmlns:a="http://schemas.openxmlformats.org/drawingml/2006/main" noGrp="1"/>
          </p:cNvSpPr>
          <p:nvPr/>
        </p:nvSpPr>
        <p:spPr>
          <a:xfrm xmlns:a="http://schemas.openxmlformats.org/drawingml/2006/main">
            <a:off x="838200" y="4048125"/>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52238"/>
                </a:solidFill>
                <a:latin typeface="Arial"/>
                <a:ea typeface="Arial"/>
                <a:cs typeface="Arial"/>
              </a:defRPr>
            </a:defPPr>
          </a:lstStyle>
          <a:p xmlns:a="http://schemas.openxmlformats.org/drawingml/2006/main">
            <a:pPr>
              <a:buNone/>
              <a:defRPr sz="1200" b="1">
                <a:solidFill>
                  <a:srgbClr val="152238"/>
                </a:solidFill>
                <a:latin typeface="Arial"/>
                <a:ea typeface="Arial"/>
                <a:cs typeface="Arial"/>
              </a:defRPr>
            </a:pPr>
            <a:r>
              <a:rPr sz="1200" b="1">
                <a:solidFill>
                  <a:srgbClr val="152238"/>
                </a:solidFill>
                <a:latin typeface="Arial"/>
                <a:ea typeface="Arial"/>
                <a:cs typeface="Arial"/>
              </a:rPr>
              <a:t>Revisión</a:t>
            </a:r>
          </a:p>
        </p:txBody>
      </p:sp>
      <p:sp>
        <p:nvSpPr>
          <p:cNvPr id="15" name="">
            <a:extLst xmlns:a="http://schemas.openxmlformats.org/drawingml/2006/main">
              <a:ext uri="{FF2B5EF4-FFF2-40B4-BE49-F238E27FC236}">
                <a16:creationId xmlns:a16="http://schemas.microsoft.com/office/drawing/2014/main" id="{03547911-9B87-40C3-9881-D14F3A351689}"/>
              </a:ext>
            </a:extLst>
          </p:cNvPr>
          <p:cNvSpPr>
            <a:spLocks xmlns:a="http://schemas.openxmlformats.org/drawingml/2006/main" noGrp="1"/>
          </p:cNvSpPr>
          <p:nvPr/>
        </p:nvSpPr>
        <p:spPr>
          <a:xfrm xmlns:a="http://schemas.openxmlformats.org/drawingml/2006/main">
            <a:off x="2609850" y="3981450"/>
            <a:ext cx="800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152238"/>
                </a:solidFill>
                <a:latin typeface="Arial"/>
                <a:ea typeface="Arial"/>
                <a:cs typeface="Arial"/>
              </a:defRPr>
            </a:defPPr>
          </a:lstStyle>
          <a:p xmlns:a="http://schemas.openxmlformats.org/drawingml/2006/main">
            <a:pPr>
              <a:buNone/>
              <a:defRPr sz="1350">
                <a:solidFill>
                  <a:srgbClr val="152238"/>
                </a:solidFill>
                <a:latin typeface="Arial"/>
                <a:ea typeface="Arial"/>
                <a:cs typeface="Arial"/>
              </a:defRPr>
            </a:pPr>
            <a:r>
              <a:rPr sz="1350">
                <a:solidFill>
                  <a:srgbClr val="152238"/>
                </a:solidFill>
                <a:latin typeface="Arial"/>
                <a:ea typeface="Arial"/>
                <a:cs typeface="Arial"/>
              </a:rPr>
              <a:t>El supervisor revisa respuestas por trabajador y descarga la inspección en Excel.</a:t>
            </a:r>
          </a:p>
        </p:txBody>
      </p:sp>
      <p:sp>
        <p:nvSpPr>
          <p:cNvPr id="16" name="">
            <a:extLst xmlns:a="http://schemas.openxmlformats.org/drawingml/2006/main">
              <a:ext uri="{FF2B5EF4-FFF2-40B4-BE49-F238E27FC236}">
                <a16:creationId xmlns:a16="http://schemas.microsoft.com/office/drawing/2014/main" id="{21A687A6-453F-4A38-9866-F695B0025E6E}"/>
              </a:ext>
            </a:extLst>
          </p:cNvPr>
          <p:cNvSpPr>
            <a:spLocks xmlns:a="http://schemas.openxmlformats.org/drawingml/2006/main" noGrp="1"/>
          </p:cNvSpPr>
          <p:nvPr/>
        </p:nvSpPr>
        <p:spPr>
          <a:xfrm xmlns:a="http://schemas.openxmlformats.org/drawingml/2006/main">
            <a:off x="685800" y="4657725"/>
            <a:ext cx="1619250" cy="457200"/>
          </a:xfrm>
          <a:prstGeom xmlns:a="http://schemas.openxmlformats.org/drawingml/2006/main" prst="roundRect">
            <a:avLst>
              <a:gd name="adj" fmla="val 25000"/>
            </a:avLst>
          </a:prstGeom>
          <a:solidFill xmlns:a="http://schemas.openxmlformats.org/drawingml/2006/main">
            <a:srgbClr val="FFF0D3"/>
          </a:solidFill>
          <a:ln xmlns:a="http://schemas.openxmlformats.org/drawingml/2006/main" w="9525">
            <a:solidFill>
              <a:srgbClr val="FFF0D3"/>
            </a:solidFill>
            <a:prstDash val="solid"/>
          </a:ln>
        </p:spPr>
      </p:sp>
      <p:sp>
        <p:nvSpPr>
          <p:cNvPr id="17" name="">
            <a:extLst xmlns:a="http://schemas.openxmlformats.org/drawingml/2006/main">
              <a:ext uri="{FF2B5EF4-FFF2-40B4-BE49-F238E27FC236}">
                <a16:creationId xmlns:a16="http://schemas.microsoft.com/office/drawing/2014/main" id="{C098C410-C0EF-44E5-BBCC-8391C4E8FB0F}"/>
              </a:ext>
            </a:extLst>
          </p:cNvPr>
          <p:cNvSpPr>
            <a:spLocks xmlns:a="http://schemas.openxmlformats.org/drawingml/2006/main" noGrp="1"/>
          </p:cNvSpPr>
          <p:nvPr/>
        </p:nvSpPr>
        <p:spPr>
          <a:xfrm xmlns:a="http://schemas.openxmlformats.org/drawingml/2006/main">
            <a:off x="838200" y="4772025"/>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52238"/>
                </a:solidFill>
                <a:latin typeface="Arial"/>
                <a:ea typeface="Arial"/>
                <a:cs typeface="Arial"/>
              </a:defRPr>
            </a:defPPr>
          </a:lstStyle>
          <a:p xmlns:a="http://schemas.openxmlformats.org/drawingml/2006/main">
            <a:pPr>
              <a:buNone/>
              <a:defRPr sz="1200" b="1">
                <a:solidFill>
                  <a:srgbClr val="152238"/>
                </a:solidFill>
                <a:latin typeface="Arial"/>
                <a:ea typeface="Arial"/>
                <a:cs typeface="Arial"/>
              </a:defRPr>
            </a:pPr>
            <a:r>
              <a:rPr sz="1200" b="1">
                <a:solidFill>
                  <a:srgbClr val="152238"/>
                </a:solidFill>
                <a:latin typeface="Arial"/>
                <a:ea typeface="Arial"/>
                <a:cs typeface="Arial"/>
              </a:rPr>
              <a:t>Publicación</a:t>
            </a:r>
          </a:p>
        </p:txBody>
      </p:sp>
      <p:sp>
        <p:nvSpPr>
          <p:cNvPr id="18" name="">
            <a:extLst xmlns:a="http://schemas.openxmlformats.org/drawingml/2006/main">
              <a:ext uri="{FF2B5EF4-FFF2-40B4-BE49-F238E27FC236}">
                <a16:creationId xmlns:a16="http://schemas.microsoft.com/office/drawing/2014/main" id="{45C8B4A8-4609-4F46-BE54-783D4A6C2D40}"/>
              </a:ext>
            </a:extLst>
          </p:cNvPr>
          <p:cNvSpPr>
            <a:spLocks xmlns:a="http://schemas.openxmlformats.org/drawingml/2006/main" noGrp="1"/>
          </p:cNvSpPr>
          <p:nvPr/>
        </p:nvSpPr>
        <p:spPr>
          <a:xfrm xmlns:a="http://schemas.openxmlformats.org/drawingml/2006/main">
            <a:off x="2609850" y="4705350"/>
            <a:ext cx="800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152238"/>
                </a:solidFill>
                <a:latin typeface="Arial"/>
                <a:ea typeface="Arial"/>
                <a:cs typeface="Arial"/>
              </a:defRPr>
            </a:defPPr>
          </a:lstStyle>
          <a:p xmlns:a="http://schemas.openxmlformats.org/drawingml/2006/main">
            <a:pPr>
              <a:buNone/>
              <a:defRPr sz="1350">
                <a:solidFill>
                  <a:srgbClr val="152238"/>
                </a:solidFill>
                <a:latin typeface="Arial"/>
                <a:ea typeface="Arial"/>
                <a:cs typeface="Arial"/>
              </a:defRPr>
            </a:pPr>
            <a:r>
              <a:rPr sz="1350">
                <a:solidFill>
                  <a:srgbClr val="152238"/>
                </a:solidFill>
                <a:latin typeface="Arial"/>
                <a:ea typeface="Arial"/>
                <a:cs typeface="Arial"/>
              </a:rPr>
              <a:t>HTTPS, imágenes ARM por SHA y backups cifrados mantienen la demo publicada.</a:t>
            </a:r>
          </a:p>
        </p:txBody>
      </p:sp>
      <p:sp>
        <p:nvSpPr>
          <p:cNvPr id="19" name="">
            <a:extLst xmlns:a="http://schemas.openxmlformats.org/drawingml/2006/main">
              <a:ext uri="{FF2B5EF4-FFF2-40B4-BE49-F238E27FC236}">
                <a16:creationId xmlns:a16="http://schemas.microsoft.com/office/drawing/2014/main" id="{06C434C2-ECD8-40AE-94F3-CE3631769FDB}"/>
              </a:ext>
            </a:extLst>
          </p:cNvPr>
          <p:cNvSpPr>
            <a:spLocks xmlns:a="http://schemas.openxmlformats.org/drawingml/2006/main" noGrp="1"/>
          </p:cNvSpPr>
          <p:nvPr/>
        </p:nvSpPr>
        <p:spPr>
          <a:xfrm xmlns:a="http://schemas.openxmlformats.org/drawingml/2006/main">
            <a:off x="685800" y="649605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a:solidFill>
                  <a:srgbClr val="60738A"/>
                </a:solidFill>
                <a:latin typeface="Arial"/>
                <a:ea typeface="Arial"/>
                <a:cs typeface="Arial"/>
              </a:defRPr>
            </a:defPPr>
          </a:lstStyle>
          <a:p xmlns:a="http://schemas.openxmlformats.org/drawingml/2006/main">
            <a:pPr>
              <a:buNone/>
              <a:defRPr sz="825">
                <a:solidFill>
                  <a:srgbClr val="60738A"/>
                </a:solidFill>
                <a:latin typeface="Arial"/>
                <a:ea typeface="Arial"/>
                <a:cs typeface="Arial"/>
              </a:defRPr>
            </a:pPr>
            <a:r>
              <a:rPr sz="825">
                <a:solidFill>
                  <a:srgbClr val="60738A"/>
                </a:solidFill>
                <a:latin typeface="Arial"/>
                <a:ea typeface="Arial"/>
                <a:cs typeface="Arial"/>
              </a:rPr>
              <a:t>Terreno Conectado · Avance Fase 2</a:t>
            </a:r>
          </a:p>
        </p:txBody>
      </p:sp>
      <p:sp>
        <p:nvSpPr>
          <p:cNvPr id="20" name="">
            <a:extLst xmlns:a="http://schemas.openxmlformats.org/drawingml/2006/main">
              <a:ext uri="{FF2B5EF4-FFF2-40B4-BE49-F238E27FC236}">
                <a16:creationId xmlns:a16="http://schemas.microsoft.com/office/drawing/2014/main" id="{4FE5D067-512C-4793-8DE0-A86679C1EAFC}"/>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60738A"/>
                </a:solidFill>
                <a:latin typeface="Arial"/>
                <a:ea typeface="Arial"/>
                <a:cs typeface="Arial"/>
              </a:defRPr>
            </a:defPPr>
          </a:lstStyle>
          <a:p xmlns:a="http://schemas.openxmlformats.org/drawingml/2006/main">
            <a:pPr>
              <a:buNone/>
              <a:defRPr sz="825" b="1">
                <a:solidFill>
                  <a:srgbClr val="60738A"/>
                </a:solidFill>
                <a:latin typeface="Arial"/>
                <a:ea typeface="Arial"/>
                <a:cs typeface="Arial"/>
              </a:defRPr>
            </a:pPr>
            <a:r>
              <a:rPr sz="825" b="1">
                <a:solidFill>
                  <a:srgbClr val="60738A"/>
                </a:solidFill>
                <a:latin typeface="Arial"/>
                <a:ea typeface="Arial"/>
                <a:cs typeface="Arial"/>
              </a:rPr>
              <a:t>09</a:t>
            </a:r>
          </a:p>
        </p:txBody>
      </p:sp>
    </p:spTree>
    <p:extLst>
      <p:ext uri="{BB962C8B-B14F-4D97-AF65-F5344CB8AC3E}">
        <p14:creationId xmlns:p14="http://schemas.microsoft.com/office/powerpoint/2010/main" val="170433781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5EE61EE-A95C-4990-B83D-46F710B62452}"/>
              </a:ext>
            </a:extLst>
          </p:cNvPr>
          <p:cNvSpPr>
            <a:spLocks xmlns:a="http://schemas.openxmlformats.org/drawingml/2006/main" noGrp="1"/>
          </p:cNvSpPr>
          <p:nvPr/>
        </p:nvSpPr>
        <p:spPr>
          <a:xfrm xmlns:a="http://schemas.openxmlformats.org/drawingml/2006/main">
            <a:off x="685800" y="4000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16B8B1"/>
                </a:solidFill>
                <a:latin typeface="Arial"/>
                <a:ea typeface="Arial"/>
                <a:cs typeface="Arial"/>
              </a:defRPr>
            </a:defPPr>
          </a:lstStyle>
          <a:p xmlns:a="http://schemas.openxmlformats.org/drawingml/2006/main">
            <a:pPr>
              <a:buNone/>
              <a:defRPr sz="900" b="1">
                <a:solidFill>
                  <a:srgbClr val="16B8B1"/>
                </a:solidFill>
                <a:latin typeface="Arial"/>
                <a:ea typeface="Arial"/>
                <a:cs typeface="Arial"/>
              </a:defRPr>
            </a:pPr>
            <a:r>
              <a:rPr sz="900" b="1">
                <a:solidFill>
                  <a:srgbClr val="16B8B1"/>
                </a:solidFill>
                <a:latin typeface="Arial"/>
                <a:ea typeface="Arial"/>
                <a:cs typeface="Arial"/>
              </a:rPr>
              <a:t>CRITERIOS DE EVALUACIÓN</a:t>
            </a:r>
          </a:p>
        </p:txBody>
      </p:sp>
      <p:sp>
        <p:nvSpPr>
          <p:cNvPr id="2" name="">
            <a:extLst xmlns:a="http://schemas.openxmlformats.org/drawingml/2006/main">
              <a:ext uri="{FF2B5EF4-FFF2-40B4-BE49-F238E27FC236}">
                <a16:creationId xmlns:a16="http://schemas.microsoft.com/office/drawing/2014/main" id="{722FFDEC-39B9-4F1B-A7CA-7DCE302E286C}"/>
              </a:ext>
            </a:extLst>
          </p:cNvPr>
          <p:cNvSpPr>
            <a:spLocks xmlns:a="http://schemas.openxmlformats.org/drawingml/2006/main" noGrp="1"/>
          </p:cNvSpPr>
          <p:nvPr/>
        </p:nvSpPr>
        <p:spPr>
          <a:xfrm xmlns:a="http://schemas.openxmlformats.org/drawingml/2006/main">
            <a:off x="685800" y="723900"/>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52238"/>
                </a:solidFill>
                <a:latin typeface="Arial"/>
                <a:ea typeface="Arial"/>
                <a:cs typeface="Arial"/>
              </a:defRPr>
            </a:defPPr>
          </a:lstStyle>
          <a:p xmlns:a="http://schemas.openxmlformats.org/drawingml/2006/main">
            <a:pPr>
              <a:buNone/>
              <a:defRPr sz="2550" b="1">
                <a:solidFill>
                  <a:srgbClr val="152238"/>
                </a:solidFill>
                <a:latin typeface="Arial"/>
                <a:ea typeface="Arial"/>
                <a:cs typeface="Arial"/>
              </a:defRPr>
            </a:pPr>
            <a:r>
              <a:rPr sz="2550" b="1">
                <a:solidFill>
                  <a:srgbClr val="152238"/>
                </a:solidFill>
                <a:latin typeface="Arial"/>
                <a:ea typeface="Arial"/>
                <a:cs typeface="Arial"/>
              </a:rPr>
              <a:t>Evidencia frente a la pauta</a:t>
            </a:r>
          </a:p>
        </p:txBody>
      </p:sp>
      <p:sp>
        <p:nvSpPr>
          <p:cNvPr id="3" name="">
            <a:extLst xmlns:a="http://schemas.openxmlformats.org/drawingml/2006/main">
              <a:ext uri="{FF2B5EF4-FFF2-40B4-BE49-F238E27FC236}">
                <a16:creationId xmlns:a16="http://schemas.microsoft.com/office/drawing/2014/main" id="{EDB1DDDF-BFEC-4296-9792-1B4737C21DD7}"/>
              </a:ext>
            </a:extLst>
          </p:cNvPr>
          <p:cNvSpPr>
            <a:spLocks xmlns:a="http://schemas.openxmlformats.org/drawingml/2006/main" noGrp="1"/>
          </p:cNvSpPr>
          <p:nvPr/>
        </p:nvSpPr>
        <p:spPr>
          <a:xfrm xmlns:a="http://schemas.openxmlformats.org/drawingml/2006/main">
            <a:off x="685800" y="1333500"/>
            <a:ext cx="685800" cy="38100"/>
          </a:xfrm>
          <a:prstGeom xmlns:a="http://schemas.openxmlformats.org/drawingml/2006/main" prst="rect">
            <a:avLst/>
          </a:prstGeom>
          <a:solidFill xmlns:a="http://schemas.openxmlformats.org/drawingml/2006/main">
            <a:srgbClr val="16B8B1"/>
          </a:solidFill>
          <a:ln xmlns:a="http://schemas.openxmlformats.org/drawingml/2006/main" w="9525">
            <a:solidFill>
              <a:srgbClr val="16B8B1"/>
            </a:solidFill>
            <a:prstDash val="solid"/>
          </a:ln>
        </p:spPr>
      </p:sp>
      <p:sp>
        <p:nvSpPr>
          <p:cNvPr id="4" name="">
            <a:extLst xmlns:a="http://schemas.openxmlformats.org/drawingml/2006/main">
              <a:ext uri="{FF2B5EF4-FFF2-40B4-BE49-F238E27FC236}">
                <a16:creationId xmlns:a16="http://schemas.microsoft.com/office/drawing/2014/main" id="{93DBA7D4-47C6-4AB3-AB1A-6D1E78EAFF3E}"/>
              </a:ext>
            </a:extLst>
          </p:cNvPr>
          <p:cNvSpPr>
            <a:spLocks xmlns:a="http://schemas.openxmlformats.org/drawingml/2006/main" noGrp="1"/>
          </p:cNvSpPr>
          <p:nvPr/>
        </p:nvSpPr>
        <p:spPr>
          <a:xfrm xmlns:a="http://schemas.openxmlformats.org/drawingml/2006/main">
            <a:off x="838200" y="17907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315F96"/>
                </a:solidFill>
                <a:latin typeface="Arial"/>
                <a:ea typeface="Arial"/>
                <a:cs typeface="Arial"/>
              </a:defRPr>
            </a:defPPr>
          </a:lstStyle>
          <a:p xmlns:a="http://schemas.openxmlformats.org/drawingml/2006/main">
            <a:pPr>
              <a:buNone/>
              <a:defRPr sz="1500" b="1">
                <a:solidFill>
                  <a:srgbClr val="315F96"/>
                </a:solidFill>
                <a:latin typeface="Arial"/>
                <a:ea typeface="Arial"/>
                <a:cs typeface="Arial"/>
              </a:defRPr>
            </a:pPr>
            <a:r>
              <a:rPr sz="1500" b="1">
                <a:solidFill>
                  <a:srgbClr val="315F96"/>
                </a:solidFill>
                <a:latin typeface="Arial"/>
                <a:ea typeface="Arial"/>
                <a:cs typeface="Arial"/>
              </a:rPr>
              <a:t>Ajustes justificados</a:t>
            </a:r>
          </a:p>
        </p:txBody>
      </p:sp>
      <p:sp>
        <p:nvSpPr>
          <p:cNvPr id="5" name="">
            <a:extLst xmlns:a="http://schemas.openxmlformats.org/drawingml/2006/main">
              <a:ext uri="{FF2B5EF4-FFF2-40B4-BE49-F238E27FC236}">
                <a16:creationId xmlns:a16="http://schemas.microsoft.com/office/drawing/2014/main" id="{91989F72-5FD6-4D0B-B791-B7AD42CA1670}"/>
              </a:ext>
            </a:extLst>
          </p:cNvPr>
          <p:cNvSpPr>
            <a:spLocks xmlns:a="http://schemas.openxmlformats.org/drawingml/2006/main" noGrp="1"/>
          </p:cNvSpPr>
          <p:nvPr/>
        </p:nvSpPr>
        <p:spPr>
          <a:xfrm xmlns:a="http://schemas.openxmlformats.org/drawingml/2006/main">
            <a:off x="4362450" y="1790700"/>
            <a:ext cx="619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152238"/>
                </a:solidFill>
                <a:latin typeface="Arial"/>
                <a:ea typeface="Arial"/>
                <a:cs typeface="Arial"/>
              </a:defRPr>
            </a:defPPr>
          </a:lstStyle>
          <a:p xmlns:a="http://schemas.openxmlformats.org/drawingml/2006/main">
            <a:pPr>
              <a:buNone/>
              <a:defRPr sz="1350">
                <a:solidFill>
                  <a:srgbClr val="152238"/>
                </a:solidFill>
                <a:latin typeface="Arial"/>
                <a:ea typeface="Arial"/>
                <a:cs typeface="Arial"/>
              </a:defRPr>
            </a:pPr>
            <a:r>
              <a:rPr sz="1350">
                <a:solidFill>
                  <a:srgbClr val="152238"/>
                </a:solidFill>
                <a:latin typeface="Arial"/>
                <a:ea typeface="Arial"/>
                <a:cs typeface="Arial"/>
              </a:rPr>
              <a:t>Mejoras trazadas desde defectos detectados hasta pruebas de regresión.</a:t>
            </a:r>
          </a:p>
        </p:txBody>
      </p:sp>
      <p:sp>
        <p:nvSpPr>
          <p:cNvPr id="6" name="">
            <a:extLst xmlns:a="http://schemas.openxmlformats.org/drawingml/2006/main">
              <a:ext uri="{FF2B5EF4-FFF2-40B4-BE49-F238E27FC236}">
                <a16:creationId xmlns:a16="http://schemas.microsoft.com/office/drawing/2014/main" id="{44536590-7A80-4AEE-A908-922CF1AF59FA}"/>
              </a:ext>
            </a:extLst>
          </p:cNvPr>
          <p:cNvSpPr>
            <a:spLocks xmlns:a="http://schemas.openxmlformats.org/drawingml/2006/main" noGrp="1"/>
          </p:cNvSpPr>
          <p:nvPr/>
        </p:nvSpPr>
        <p:spPr>
          <a:xfrm xmlns:a="http://schemas.openxmlformats.org/drawingml/2006/main">
            <a:off x="685800" y="2419350"/>
            <a:ext cx="10001250" cy="9525"/>
          </a:xfrm>
          <a:prstGeom xmlns:a="http://schemas.openxmlformats.org/drawingml/2006/main" prst="rect">
            <a:avLst/>
          </a:prstGeom>
          <a:solidFill xmlns:a="http://schemas.openxmlformats.org/drawingml/2006/main">
            <a:srgbClr val="D8E1E9"/>
          </a:solidFill>
          <a:ln xmlns:a="http://schemas.openxmlformats.org/drawingml/2006/main" w="9525">
            <a:solidFill>
              <a:srgbClr val="D8E1E9"/>
            </a:solidFill>
            <a:prstDash val="solid"/>
          </a:ln>
        </p:spPr>
      </p:sp>
      <p:sp>
        <p:nvSpPr>
          <p:cNvPr id="7" name="">
            <a:extLst xmlns:a="http://schemas.openxmlformats.org/drawingml/2006/main">
              <a:ext uri="{FF2B5EF4-FFF2-40B4-BE49-F238E27FC236}">
                <a16:creationId xmlns:a16="http://schemas.microsoft.com/office/drawing/2014/main" id="{840DBAC3-58D1-49B7-8171-E9949C4C6E9D}"/>
              </a:ext>
            </a:extLst>
          </p:cNvPr>
          <p:cNvSpPr>
            <a:spLocks xmlns:a="http://schemas.openxmlformats.org/drawingml/2006/main" noGrp="1"/>
          </p:cNvSpPr>
          <p:nvPr/>
        </p:nvSpPr>
        <p:spPr>
          <a:xfrm xmlns:a="http://schemas.openxmlformats.org/drawingml/2006/main">
            <a:off x="838200" y="26479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315F96"/>
                </a:solidFill>
                <a:latin typeface="Arial"/>
                <a:ea typeface="Arial"/>
                <a:cs typeface="Arial"/>
              </a:defRPr>
            </a:defPPr>
          </a:lstStyle>
          <a:p xmlns:a="http://schemas.openxmlformats.org/drawingml/2006/main">
            <a:pPr>
              <a:buNone/>
              <a:defRPr sz="1500" b="1">
                <a:solidFill>
                  <a:srgbClr val="315F96"/>
                </a:solidFill>
                <a:latin typeface="Arial"/>
                <a:ea typeface="Arial"/>
                <a:cs typeface="Arial"/>
              </a:defRPr>
            </a:pPr>
            <a:r>
              <a:rPr sz="1500" b="1">
                <a:solidFill>
                  <a:srgbClr val="315F96"/>
                </a:solidFill>
                <a:latin typeface="Arial"/>
                <a:ea typeface="Arial"/>
                <a:cs typeface="Arial"/>
              </a:rPr>
              <a:t>Metodología</a:t>
            </a:r>
          </a:p>
        </p:txBody>
      </p:sp>
      <p:sp>
        <p:nvSpPr>
          <p:cNvPr id="8" name="">
            <a:extLst xmlns:a="http://schemas.openxmlformats.org/drawingml/2006/main">
              <a:ext uri="{FF2B5EF4-FFF2-40B4-BE49-F238E27FC236}">
                <a16:creationId xmlns:a16="http://schemas.microsoft.com/office/drawing/2014/main" id="{077DD0A1-CF66-4D2F-A111-2715933F3603}"/>
              </a:ext>
            </a:extLst>
          </p:cNvPr>
          <p:cNvSpPr>
            <a:spLocks xmlns:a="http://schemas.openxmlformats.org/drawingml/2006/main" noGrp="1"/>
          </p:cNvSpPr>
          <p:nvPr/>
        </p:nvSpPr>
        <p:spPr>
          <a:xfrm xmlns:a="http://schemas.openxmlformats.org/drawingml/2006/main">
            <a:off x="4362450" y="2647950"/>
            <a:ext cx="619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152238"/>
                </a:solidFill>
                <a:latin typeface="Arial"/>
                <a:ea typeface="Arial"/>
                <a:cs typeface="Arial"/>
              </a:defRPr>
            </a:defPPr>
          </a:lstStyle>
          <a:p xmlns:a="http://schemas.openxmlformats.org/drawingml/2006/main">
            <a:pPr>
              <a:buNone/>
              <a:defRPr sz="1350">
                <a:solidFill>
                  <a:srgbClr val="152238"/>
                </a:solidFill>
                <a:latin typeface="Arial"/>
                <a:ea typeface="Arial"/>
                <a:cs typeface="Arial"/>
              </a:defRPr>
            </a:pPr>
            <a:r>
              <a:rPr sz="1350">
                <a:solidFill>
                  <a:srgbClr val="152238"/>
                </a:solidFill>
                <a:latin typeface="Arial"/>
                <a:ea typeface="Arial"/>
                <a:cs typeface="Arial"/>
              </a:rPr>
              <a:t>SDD: spec, ADR, tareas, revisión y pruebas registrados en Git.</a:t>
            </a:r>
          </a:p>
        </p:txBody>
      </p:sp>
      <p:sp>
        <p:nvSpPr>
          <p:cNvPr id="9" name="">
            <a:extLst xmlns:a="http://schemas.openxmlformats.org/drawingml/2006/main">
              <a:ext uri="{FF2B5EF4-FFF2-40B4-BE49-F238E27FC236}">
                <a16:creationId xmlns:a16="http://schemas.microsoft.com/office/drawing/2014/main" id="{3970E6EF-D3ED-448C-980B-833760B19DC8}"/>
              </a:ext>
            </a:extLst>
          </p:cNvPr>
          <p:cNvSpPr>
            <a:spLocks xmlns:a="http://schemas.openxmlformats.org/drawingml/2006/main" noGrp="1"/>
          </p:cNvSpPr>
          <p:nvPr/>
        </p:nvSpPr>
        <p:spPr>
          <a:xfrm xmlns:a="http://schemas.openxmlformats.org/drawingml/2006/main">
            <a:off x="685800" y="3276600"/>
            <a:ext cx="10001250" cy="9525"/>
          </a:xfrm>
          <a:prstGeom xmlns:a="http://schemas.openxmlformats.org/drawingml/2006/main" prst="rect">
            <a:avLst/>
          </a:prstGeom>
          <a:solidFill xmlns:a="http://schemas.openxmlformats.org/drawingml/2006/main">
            <a:srgbClr val="D8E1E9"/>
          </a:solidFill>
          <a:ln xmlns:a="http://schemas.openxmlformats.org/drawingml/2006/main" w="9525">
            <a:solidFill>
              <a:srgbClr val="D8E1E9"/>
            </a:solidFill>
            <a:prstDash val="solid"/>
          </a:ln>
        </p:spPr>
      </p:sp>
      <p:sp>
        <p:nvSpPr>
          <p:cNvPr id="10" name="">
            <a:extLst xmlns:a="http://schemas.openxmlformats.org/drawingml/2006/main">
              <a:ext uri="{FF2B5EF4-FFF2-40B4-BE49-F238E27FC236}">
                <a16:creationId xmlns:a16="http://schemas.microsoft.com/office/drawing/2014/main" id="{AC12887C-B305-4236-A7DF-288DD525B30F}"/>
              </a:ext>
            </a:extLst>
          </p:cNvPr>
          <p:cNvSpPr>
            <a:spLocks xmlns:a="http://schemas.openxmlformats.org/drawingml/2006/main" noGrp="1"/>
          </p:cNvSpPr>
          <p:nvPr/>
        </p:nvSpPr>
        <p:spPr>
          <a:xfrm xmlns:a="http://schemas.openxmlformats.org/drawingml/2006/main">
            <a:off x="838200" y="35052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315F96"/>
                </a:solidFill>
                <a:latin typeface="Arial"/>
                <a:ea typeface="Arial"/>
                <a:cs typeface="Arial"/>
              </a:defRPr>
            </a:defPPr>
          </a:lstStyle>
          <a:p xmlns:a="http://schemas.openxmlformats.org/drawingml/2006/main">
            <a:pPr>
              <a:buNone/>
              <a:defRPr sz="1500" b="1">
                <a:solidFill>
                  <a:srgbClr val="315F96"/>
                </a:solidFill>
                <a:latin typeface="Arial"/>
                <a:ea typeface="Arial"/>
                <a:cs typeface="Arial"/>
              </a:defRPr>
            </a:pPr>
            <a:r>
              <a:rPr sz="1500" b="1">
                <a:solidFill>
                  <a:srgbClr val="315F96"/>
                </a:solidFill>
                <a:latin typeface="Arial"/>
                <a:ea typeface="Arial"/>
                <a:cs typeface="Arial"/>
              </a:rPr>
              <a:t>Evidencias técnicas</a:t>
            </a:r>
          </a:p>
        </p:txBody>
      </p:sp>
      <p:sp>
        <p:nvSpPr>
          <p:cNvPr id="11" name="">
            <a:extLst xmlns:a="http://schemas.openxmlformats.org/drawingml/2006/main">
              <a:ext uri="{FF2B5EF4-FFF2-40B4-BE49-F238E27FC236}">
                <a16:creationId xmlns:a16="http://schemas.microsoft.com/office/drawing/2014/main" id="{F080F4A8-0612-447A-98D4-BAEAE3C518FC}"/>
              </a:ext>
            </a:extLst>
          </p:cNvPr>
          <p:cNvSpPr>
            <a:spLocks xmlns:a="http://schemas.openxmlformats.org/drawingml/2006/main" noGrp="1"/>
          </p:cNvSpPr>
          <p:nvPr/>
        </p:nvSpPr>
        <p:spPr>
          <a:xfrm xmlns:a="http://schemas.openxmlformats.org/drawingml/2006/main">
            <a:off x="4362450" y="3505200"/>
            <a:ext cx="619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152238"/>
                </a:solidFill>
                <a:latin typeface="Arial"/>
                <a:ea typeface="Arial"/>
                <a:cs typeface="Arial"/>
              </a:defRPr>
            </a:defPPr>
          </a:lstStyle>
          <a:p xmlns:a="http://schemas.openxmlformats.org/drawingml/2006/main">
            <a:pPr>
              <a:buNone/>
              <a:defRPr sz="1350">
                <a:solidFill>
                  <a:srgbClr val="152238"/>
                </a:solidFill>
                <a:latin typeface="Arial"/>
                <a:ea typeface="Arial"/>
                <a:cs typeface="Arial"/>
              </a:defRPr>
            </a:pPr>
            <a:r>
              <a:rPr sz="1350">
                <a:solidFill>
                  <a:srgbClr val="152238"/>
                </a:solidFill>
                <a:latin typeface="Arial"/>
                <a:ea typeface="Arial"/>
                <a:cs typeface="Arial"/>
              </a:rPr>
              <a:t>Pantallas reales, 401 pruebas CI, 2 E2E y demo pública HTTPS.</a:t>
            </a:r>
          </a:p>
        </p:txBody>
      </p:sp>
      <p:sp>
        <p:nvSpPr>
          <p:cNvPr id="12" name="">
            <a:extLst xmlns:a="http://schemas.openxmlformats.org/drawingml/2006/main">
              <a:ext uri="{FF2B5EF4-FFF2-40B4-BE49-F238E27FC236}">
                <a16:creationId xmlns:a16="http://schemas.microsoft.com/office/drawing/2014/main" id="{3C3777DD-002A-4396-A2CB-220B39B81D8E}"/>
              </a:ext>
            </a:extLst>
          </p:cNvPr>
          <p:cNvSpPr>
            <a:spLocks xmlns:a="http://schemas.openxmlformats.org/drawingml/2006/main" noGrp="1"/>
          </p:cNvSpPr>
          <p:nvPr/>
        </p:nvSpPr>
        <p:spPr>
          <a:xfrm xmlns:a="http://schemas.openxmlformats.org/drawingml/2006/main">
            <a:off x="685800" y="4133850"/>
            <a:ext cx="10001250" cy="9525"/>
          </a:xfrm>
          <a:prstGeom xmlns:a="http://schemas.openxmlformats.org/drawingml/2006/main" prst="rect">
            <a:avLst/>
          </a:prstGeom>
          <a:solidFill xmlns:a="http://schemas.openxmlformats.org/drawingml/2006/main">
            <a:srgbClr val="D8E1E9"/>
          </a:solidFill>
          <a:ln xmlns:a="http://schemas.openxmlformats.org/drawingml/2006/main" w="9525">
            <a:solidFill>
              <a:srgbClr val="D8E1E9"/>
            </a:solidFill>
            <a:prstDash val="solid"/>
          </a:ln>
        </p:spPr>
      </p:sp>
      <p:sp>
        <p:nvSpPr>
          <p:cNvPr id="13" name="">
            <a:extLst xmlns:a="http://schemas.openxmlformats.org/drawingml/2006/main">
              <a:ext uri="{FF2B5EF4-FFF2-40B4-BE49-F238E27FC236}">
                <a16:creationId xmlns:a16="http://schemas.microsoft.com/office/drawing/2014/main" id="{D4D8738F-64C6-49B1-82A4-483DCE19AF0E}"/>
              </a:ext>
            </a:extLst>
          </p:cNvPr>
          <p:cNvSpPr>
            <a:spLocks xmlns:a="http://schemas.openxmlformats.org/drawingml/2006/main" noGrp="1"/>
          </p:cNvSpPr>
          <p:nvPr/>
        </p:nvSpPr>
        <p:spPr>
          <a:xfrm xmlns:a="http://schemas.openxmlformats.org/drawingml/2006/main">
            <a:off x="838200" y="43624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315F96"/>
                </a:solidFill>
                <a:latin typeface="Arial"/>
                <a:ea typeface="Arial"/>
                <a:cs typeface="Arial"/>
              </a:defRPr>
            </a:defPPr>
          </a:lstStyle>
          <a:p xmlns:a="http://schemas.openxmlformats.org/drawingml/2006/main">
            <a:pPr>
              <a:buNone/>
              <a:defRPr sz="1500" b="1">
                <a:solidFill>
                  <a:srgbClr val="315F96"/>
                </a:solidFill>
                <a:latin typeface="Arial"/>
                <a:ea typeface="Arial"/>
                <a:cs typeface="Arial"/>
              </a:defRPr>
            </a:pPr>
            <a:r>
              <a:rPr sz="1500" b="1">
                <a:solidFill>
                  <a:srgbClr val="315F96"/>
                </a:solidFill>
                <a:latin typeface="Arial"/>
                <a:ea typeface="Arial"/>
                <a:cs typeface="Arial"/>
              </a:rPr>
              <a:t>Trabajo de equipo</a:t>
            </a:r>
          </a:p>
        </p:txBody>
      </p:sp>
      <p:sp>
        <p:nvSpPr>
          <p:cNvPr id="14" name="">
            <a:extLst xmlns:a="http://schemas.openxmlformats.org/drawingml/2006/main">
              <a:ext uri="{FF2B5EF4-FFF2-40B4-BE49-F238E27FC236}">
                <a16:creationId xmlns:a16="http://schemas.microsoft.com/office/drawing/2014/main" id="{02BC2D51-BFEB-4A83-AA2E-03E1ACE7CC50}"/>
              </a:ext>
            </a:extLst>
          </p:cNvPr>
          <p:cNvSpPr>
            <a:spLocks xmlns:a="http://schemas.openxmlformats.org/drawingml/2006/main" noGrp="1"/>
          </p:cNvSpPr>
          <p:nvPr/>
        </p:nvSpPr>
        <p:spPr>
          <a:xfrm xmlns:a="http://schemas.openxmlformats.org/drawingml/2006/main">
            <a:off x="4362450" y="4362450"/>
            <a:ext cx="619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152238"/>
                </a:solidFill>
                <a:latin typeface="Arial"/>
                <a:ea typeface="Arial"/>
                <a:cs typeface="Arial"/>
              </a:defRPr>
            </a:defPPr>
          </a:lstStyle>
          <a:p xmlns:a="http://schemas.openxmlformats.org/drawingml/2006/main">
            <a:pPr>
              <a:buNone/>
              <a:defRPr sz="1350">
                <a:solidFill>
                  <a:srgbClr val="152238"/>
                </a:solidFill>
                <a:latin typeface="Arial"/>
                <a:ea typeface="Arial"/>
                <a:cs typeface="Arial"/>
              </a:defRPr>
            </a:pPr>
            <a:r>
              <a:rPr sz="1350">
                <a:solidFill>
                  <a:srgbClr val="152238"/>
                </a:solidFill>
                <a:latin typeface="Arial"/>
                <a:ea typeface="Arial"/>
                <a:cs typeface="Arial"/>
              </a:rPr>
              <a:t>Roles definidos y trazabilidad mediante commits, issues y pull requests.</a:t>
            </a:r>
          </a:p>
        </p:txBody>
      </p:sp>
      <p:sp>
        <p:nvSpPr>
          <p:cNvPr id="15" name="">
            <a:extLst xmlns:a="http://schemas.openxmlformats.org/drawingml/2006/main">
              <a:ext uri="{FF2B5EF4-FFF2-40B4-BE49-F238E27FC236}">
                <a16:creationId xmlns:a16="http://schemas.microsoft.com/office/drawing/2014/main" id="{5AA75E9D-1A1F-487F-9E7B-24AFE18B487E}"/>
              </a:ext>
            </a:extLst>
          </p:cNvPr>
          <p:cNvSpPr>
            <a:spLocks xmlns:a="http://schemas.openxmlformats.org/drawingml/2006/main" noGrp="1"/>
          </p:cNvSpPr>
          <p:nvPr/>
        </p:nvSpPr>
        <p:spPr>
          <a:xfrm xmlns:a="http://schemas.openxmlformats.org/drawingml/2006/main">
            <a:off x="685800" y="4991100"/>
            <a:ext cx="10001250" cy="9525"/>
          </a:xfrm>
          <a:prstGeom xmlns:a="http://schemas.openxmlformats.org/drawingml/2006/main" prst="rect">
            <a:avLst/>
          </a:prstGeom>
          <a:solidFill xmlns:a="http://schemas.openxmlformats.org/drawingml/2006/main">
            <a:srgbClr val="D8E1E9"/>
          </a:solidFill>
          <a:ln xmlns:a="http://schemas.openxmlformats.org/drawingml/2006/main" w="9525">
            <a:solidFill>
              <a:srgbClr val="D8E1E9"/>
            </a:solidFill>
            <a:prstDash val="solid"/>
          </a:ln>
        </p:spPr>
      </p:sp>
      <p:sp>
        <p:nvSpPr>
          <p:cNvPr id="16" name="">
            <a:extLst xmlns:a="http://schemas.openxmlformats.org/drawingml/2006/main">
              <a:ext uri="{FF2B5EF4-FFF2-40B4-BE49-F238E27FC236}">
                <a16:creationId xmlns:a16="http://schemas.microsoft.com/office/drawing/2014/main" id="{66022C28-CEFB-4E7C-BB52-8F39976E6A36}"/>
              </a:ext>
            </a:extLst>
          </p:cNvPr>
          <p:cNvSpPr>
            <a:spLocks xmlns:a="http://schemas.openxmlformats.org/drawingml/2006/main" noGrp="1"/>
          </p:cNvSpPr>
          <p:nvPr/>
        </p:nvSpPr>
        <p:spPr>
          <a:xfrm xmlns:a="http://schemas.openxmlformats.org/drawingml/2006/main">
            <a:off x="685800" y="5562600"/>
            <a:ext cx="1009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60738A"/>
                </a:solidFill>
                <a:latin typeface="Arial"/>
                <a:ea typeface="Arial"/>
                <a:cs typeface="Arial"/>
              </a:defRPr>
            </a:defPPr>
          </a:lstStyle>
          <a:p xmlns:a="http://schemas.openxmlformats.org/drawingml/2006/main">
            <a:pPr>
              <a:buNone/>
              <a:defRPr sz="1350">
                <a:solidFill>
                  <a:srgbClr val="60738A"/>
                </a:solidFill>
                <a:latin typeface="Arial"/>
                <a:ea typeface="Arial"/>
                <a:cs typeface="Arial"/>
              </a:defRPr>
            </a:pPr>
            <a:r>
              <a:rPr sz="1350">
                <a:solidFill>
                  <a:srgbClr val="60738A"/>
                </a:solidFill>
                <a:latin typeface="Arial"/>
                <a:ea typeface="Arial"/>
                <a:cs typeface="Arial"/>
              </a:rPr>
              <a:t>El informe incluye abstract bilingüe y conclusiones individuales y reflexión en inglés.</a:t>
            </a:r>
          </a:p>
        </p:txBody>
      </p:sp>
      <p:sp>
        <p:nvSpPr>
          <p:cNvPr id="17" name="">
            <a:extLst xmlns:a="http://schemas.openxmlformats.org/drawingml/2006/main">
              <a:ext uri="{FF2B5EF4-FFF2-40B4-BE49-F238E27FC236}">
                <a16:creationId xmlns:a16="http://schemas.microsoft.com/office/drawing/2014/main" id="{541EC906-8FEB-4030-8BAD-9B23F084A281}"/>
              </a:ext>
            </a:extLst>
          </p:cNvPr>
          <p:cNvSpPr>
            <a:spLocks xmlns:a="http://schemas.openxmlformats.org/drawingml/2006/main" noGrp="1"/>
          </p:cNvSpPr>
          <p:nvPr/>
        </p:nvSpPr>
        <p:spPr>
          <a:xfrm xmlns:a="http://schemas.openxmlformats.org/drawingml/2006/main">
            <a:off x="685800" y="649605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a:solidFill>
                  <a:srgbClr val="60738A"/>
                </a:solidFill>
                <a:latin typeface="Arial"/>
                <a:ea typeface="Arial"/>
                <a:cs typeface="Arial"/>
              </a:defRPr>
            </a:defPPr>
          </a:lstStyle>
          <a:p xmlns:a="http://schemas.openxmlformats.org/drawingml/2006/main">
            <a:pPr>
              <a:buNone/>
              <a:defRPr sz="825">
                <a:solidFill>
                  <a:srgbClr val="60738A"/>
                </a:solidFill>
                <a:latin typeface="Arial"/>
                <a:ea typeface="Arial"/>
                <a:cs typeface="Arial"/>
              </a:defRPr>
            </a:pPr>
            <a:r>
              <a:rPr sz="825">
                <a:solidFill>
                  <a:srgbClr val="60738A"/>
                </a:solidFill>
                <a:latin typeface="Arial"/>
                <a:ea typeface="Arial"/>
                <a:cs typeface="Arial"/>
              </a:rPr>
              <a:t>Terreno Conectado · Avance Fase 2</a:t>
            </a:r>
          </a:p>
        </p:txBody>
      </p:sp>
      <p:sp>
        <p:nvSpPr>
          <p:cNvPr id="18" name="">
            <a:extLst xmlns:a="http://schemas.openxmlformats.org/drawingml/2006/main">
              <a:ext uri="{FF2B5EF4-FFF2-40B4-BE49-F238E27FC236}">
                <a16:creationId xmlns:a16="http://schemas.microsoft.com/office/drawing/2014/main" id="{5E439C63-DAFC-4587-A696-67CD0F70143E}"/>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60738A"/>
                </a:solidFill>
                <a:latin typeface="Arial"/>
                <a:ea typeface="Arial"/>
                <a:cs typeface="Arial"/>
              </a:defRPr>
            </a:defPPr>
          </a:lstStyle>
          <a:p xmlns:a="http://schemas.openxmlformats.org/drawingml/2006/main">
            <a:pPr>
              <a:buNone/>
              <a:defRPr sz="825" b="1">
                <a:solidFill>
                  <a:srgbClr val="60738A"/>
                </a:solidFill>
                <a:latin typeface="Arial"/>
                <a:ea typeface="Arial"/>
                <a:cs typeface="Arial"/>
              </a:defRPr>
            </a:pPr>
            <a:r>
              <a:rPr sz="825" b="1">
                <a:solidFill>
                  <a:srgbClr val="60738A"/>
                </a:solidFill>
                <a:latin typeface="Arial"/>
                <a:ea typeface="Arial"/>
                <a:cs typeface="Arial"/>
              </a:rPr>
              <a:t>10</a:t>
            </a:r>
          </a:p>
        </p:txBody>
      </p:sp>
    </p:spTree>
    <p:extLst>
      <p:ext uri="{BB962C8B-B14F-4D97-AF65-F5344CB8AC3E}">
        <p14:creationId xmlns:p14="http://schemas.microsoft.com/office/powerpoint/2010/main" val="1418684413"/>
      </p:ext>
    </p:extLst>
  </p:cSld>
</p:sld>
</file>

<file path=ppt/slides/slide11.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FF325C-0149-402C-A5F2-866C3A3E981A}"/>
              </a:ext>
            </a:extLst>
          </p:cNvPr>
          <p:cNvSpPr>
            <a:spLocks xmlns:a="http://schemas.openxmlformats.org/drawingml/2006/main" noGrp="1"/>
          </p:cNvSpPr>
          <p:nvPr/>
        </p:nvSpPr>
        <p:spPr>
          <a:xfrm xmlns:a="http://schemas.openxmlformats.org/drawingml/2006/main">
            <a:off x="685800" y="876300"/>
            <a:ext cx="95250" cy="3733800"/>
          </a:xfrm>
          <a:prstGeom xmlns:a="http://schemas.openxmlformats.org/drawingml/2006/main" prst="rect">
            <a:avLst/>
          </a:prstGeom>
          <a:solidFill xmlns:a="http://schemas.openxmlformats.org/drawingml/2006/main">
            <a:srgbClr val="16B8B1"/>
          </a:solidFill>
          <a:ln xmlns:a="http://schemas.openxmlformats.org/drawingml/2006/main" w="9525">
            <a:solidFill>
              <a:srgbClr val="16B8B1"/>
            </a:solidFill>
            <a:prstDash val="solid"/>
          </a:ln>
        </p:spPr>
      </p:sp>
      <p:sp>
        <p:nvSpPr>
          <p:cNvPr id="2" name="">
            <a:extLst xmlns:a="http://schemas.openxmlformats.org/drawingml/2006/main">
              <a:ext uri="{FF2B5EF4-FFF2-40B4-BE49-F238E27FC236}">
                <a16:creationId xmlns:a16="http://schemas.microsoft.com/office/drawing/2014/main" id="{FE92E6D0-51CB-4D46-A4E7-ED5FD073CA0C}"/>
              </a:ext>
            </a:extLst>
          </p:cNvPr>
          <p:cNvSpPr>
            <a:spLocks xmlns:a="http://schemas.openxmlformats.org/drawingml/2006/main" noGrp="1"/>
          </p:cNvSpPr>
          <p:nvPr/>
        </p:nvSpPr>
        <p:spPr>
          <a:xfrm xmlns:a="http://schemas.openxmlformats.org/drawingml/2006/main">
            <a:off x="1066800" y="9525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9EDFD9"/>
                </a:solidFill>
                <a:latin typeface="Arial"/>
                <a:ea typeface="Arial"/>
                <a:cs typeface="Arial"/>
              </a:defRPr>
            </a:defPPr>
          </a:lstStyle>
          <a:p xmlns:a="http://schemas.openxmlformats.org/drawingml/2006/main">
            <a:pPr>
              <a:buNone/>
              <a:defRPr sz="975" b="1">
                <a:solidFill>
                  <a:srgbClr val="9EDFD9"/>
                </a:solidFill>
                <a:latin typeface="Arial"/>
                <a:ea typeface="Arial"/>
                <a:cs typeface="Arial"/>
              </a:defRPr>
            </a:pPr>
            <a:r>
              <a:rPr sz="975" b="1">
                <a:solidFill>
                  <a:srgbClr val="9EDFD9"/>
                </a:solidFill>
                <a:latin typeface="Arial"/>
                <a:ea typeface="Arial"/>
                <a:cs typeface="Arial"/>
              </a:rPr>
              <a:t>CIERRE</a:t>
            </a:r>
          </a:p>
        </p:txBody>
      </p:sp>
      <p:sp>
        <p:nvSpPr>
          <p:cNvPr id="3" name="">
            <a:extLst xmlns:a="http://schemas.openxmlformats.org/drawingml/2006/main">
              <a:ext uri="{FF2B5EF4-FFF2-40B4-BE49-F238E27FC236}">
                <a16:creationId xmlns:a16="http://schemas.microsoft.com/office/drawing/2014/main" id="{7CAEC4E6-4910-4E4A-84E7-8FCDE607388E}"/>
              </a:ext>
            </a:extLst>
          </p:cNvPr>
          <p:cNvSpPr>
            <a:spLocks xmlns:a="http://schemas.openxmlformats.org/drawingml/2006/main" noGrp="1"/>
          </p:cNvSpPr>
          <p:nvPr/>
        </p:nvSpPr>
        <p:spPr>
          <a:xfrm xmlns:a="http://schemas.openxmlformats.org/drawingml/2006/main">
            <a:off x="1066800" y="1390650"/>
            <a:ext cx="723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FFFFF"/>
                </a:solidFill>
                <a:latin typeface="Arial"/>
                <a:ea typeface="Arial"/>
                <a:cs typeface="Arial"/>
              </a:defRPr>
            </a:defPPr>
          </a:lstStyle>
          <a:p xmlns:a="http://schemas.openxmlformats.org/drawingml/2006/main">
            <a:pPr>
              <a:buNone/>
              <a:defRPr sz="3450" b="1">
                <a:solidFill>
                  <a:srgbClr val="FFFFFF"/>
                </a:solidFill>
                <a:latin typeface="Arial"/>
                <a:ea typeface="Arial"/>
                <a:cs typeface="Arial"/>
              </a:defRPr>
            </a:pPr>
            <a:r>
              <a:rPr sz="3450" b="1">
                <a:solidFill>
                  <a:srgbClr val="FFFFFF"/>
                </a:solidFill>
                <a:latin typeface="Arial"/>
                <a:ea typeface="Arial"/>
                <a:cs typeface="Arial"/>
              </a:rPr>
              <a:t>Estado del proyecto</a:t>
            </a:r>
          </a:p>
        </p:txBody>
      </p:sp>
      <p:sp>
        <p:nvSpPr>
          <p:cNvPr id="4" name="">
            <a:extLst xmlns:a="http://schemas.openxmlformats.org/drawingml/2006/main">
              <a:ext uri="{FF2B5EF4-FFF2-40B4-BE49-F238E27FC236}">
                <a16:creationId xmlns:a16="http://schemas.microsoft.com/office/drawing/2014/main" id="{9A8500F7-C9AD-4A47-A42D-354324CD955F}"/>
              </a:ext>
            </a:extLst>
          </p:cNvPr>
          <p:cNvSpPr>
            <a:spLocks xmlns:a="http://schemas.openxmlformats.org/drawingml/2006/main" noGrp="1"/>
          </p:cNvSpPr>
          <p:nvPr/>
        </p:nvSpPr>
        <p:spPr>
          <a:xfrm xmlns:a="http://schemas.openxmlformats.org/drawingml/2006/main">
            <a:off x="1104900" y="2362200"/>
            <a:ext cx="7524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a:solidFill>
                  <a:srgbClr val="D7E0EA"/>
                </a:solidFill>
                <a:latin typeface="Arial"/>
                <a:ea typeface="Arial"/>
                <a:cs typeface="Arial"/>
              </a:defRPr>
            </a:defPPr>
          </a:lstStyle>
          <a:p xmlns:a="http://schemas.openxmlformats.org/drawingml/2006/main">
            <a:pPr>
              <a:buNone/>
              <a:defRPr sz="1950">
                <a:solidFill>
                  <a:srgbClr val="D7E0EA"/>
                </a:solidFill>
                <a:latin typeface="Arial"/>
                <a:ea typeface="Arial"/>
                <a:cs typeface="Arial"/>
              </a:defRPr>
            </a:pPr>
            <a:r>
              <a:rPr sz="1950">
                <a:solidFill>
                  <a:srgbClr val="D7E0EA"/>
                </a:solidFill>
                <a:latin typeface="Arial"/>
                <a:ea typeface="Arial"/>
                <a:cs typeface="Arial"/>
              </a:rPr>
              <a:t>La demo HTTPS conserva la lógica offline: captura local, cola persistente y sincronización idempotente. También verificamos backup, restauración y reinicio.</a:t>
            </a:r>
          </a:p>
        </p:txBody>
      </p:sp>
      <p:sp>
        <p:nvSpPr>
          <p:cNvPr id="5" name="">
            <a:extLst xmlns:a="http://schemas.openxmlformats.org/drawingml/2006/main">
              <a:ext uri="{FF2B5EF4-FFF2-40B4-BE49-F238E27FC236}">
                <a16:creationId xmlns:a16="http://schemas.microsoft.com/office/drawing/2014/main" id="{1E5FC2FF-BF05-4427-A47D-FF18E519740F}"/>
              </a:ext>
            </a:extLst>
          </p:cNvPr>
          <p:cNvSpPr>
            <a:spLocks xmlns:a="http://schemas.openxmlformats.org/drawingml/2006/main" noGrp="1"/>
          </p:cNvSpPr>
          <p:nvPr/>
        </p:nvSpPr>
        <p:spPr>
          <a:xfrm xmlns:a="http://schemas.openxmlformats.org/drawingml/2006/main">
            <a:off x="1066800" y="4171950"/>
            <a:ext cx="4762500" cy="704850"/>
          </a:xfrm>
          <a:prstGeom xmlns:a="http://schemas.openxmlformats.org/drawingml/2006/main" prst="roundRect">
            <a:avLst>
              <a:gd name="adj" fmla="val 16216"/>
            </a:avLst>
          </a:prstGeom>
          <a:solidFill xmlns:a="http://schemas.openxmlformats.org/drawingml/2006/main">
            <a:srgbClr val="16B8B1"/>
          </a:solidFill>
          <a:ln xmlns:a="http://schemas.openxmlformats.org/drawingml/2006/main" w="9525">
            <a:solidFill>
              <a:srgbClr val="16B8B1"/>
            </a:solidFill>
            <a:prstDash val="solid"/>
          </a:ln>
        </p:spPr>
      </p:sp>
      <p:sp>
        <p:nvSpPr>
          <p:cNvPr id="6" name="">
            <a:extLst xmlns:a="http://schemas.openxmlformats.org/drawingml/2006/main">
              <a:ext uri="{FF2B5EF4-FFF2-40B4-BE49-F238E27FC236}">
                <a16:creationId xmlns:a16="http://schemas.microsoft.com/office/drawing/2014/main" id="{1AC472BA-F98E-41E6-9E82-F41A6A7278B4}"/>
              </a:ext>
            </a:extLst>
          </p:cNvPr>
          <p:cNvSpPr>
            <a:spLocks xmlns:a="http://schemas.openxmlformats.org/drawingml/2006/main" noGrp="1"/>
          </p:cNvSpPr>
          <p:nvPr/>
        </p:nvSpPr>
        <p:spPr>
          <a:xfrm xmlns:a="http://schemas.openxmlformats.org/drawingml/2006/main">
            <a:off x="1295400" y="4381500"/>
            <a:ext cx="430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B132B"/>
                </a:solidFill>
                <a:latin typeface="Arial"/>
                <a:ea typeface="Arial"/>
                <a:cs typeface="Arial"/>
              </a:defRPr>
            </a:defPPr>
          </a:lstStyle>
          <a:p xmlns:a="http://schemas.openxmlformats.org/drawingml/2006/main">
            <a:pPr>
              <a:buNone/>
              <a:defRPr sz="1350" b="1">
                <a:solidFill>
                  <a:srgbClr val="0B132B"/>
                </a:solidFill>
                <a:latin typeface="Arial"/>
                <a:ea typeface="Arial"/>
                <a:cs typeface="Arial"/>
              </a:defRPr>
            </a:pPr>
            <a:r>
              <a:rPr sz="1350" b="1">
                <a:solidFill>
                  <a:srgbClr val="0B132B"/>
                </a:solidFill>
                <a:latin typeface="Arial"/>
                <a:ea typeface="Arial"/>
                <a:cs typeface="Arial"/>
              </a:rPr>
              <a:t>https://terreno-conectado-demo.duckdns.org/</a:t>
            </a:r>
          </a:p>
        </p:txBody>
      </p:sp>
      <p:sp>
        <p:nvSpPr>
          <p:cNvPr id="7" name="">
            <a:extLst xmlns:a="http://schemas.openxmlformats.org/drawingml/2006/main">
              <a:ext uri="{FF2B5EF4-FFF2-40B4-BE49-F238E27FC236}">
                <a16:creationId xmlns:a16="http://schemas.microsoft.com/office/drawing/2014/main" id="{62ED0951-419D-4D3E-930B-F5427844880E}"/>
              </a:ext>
            </a:extLst>
          </p:cNvPr>
          <p:cNvSpPr>
            <a:spLocks xmlns:a="http://schemas.openxmlformats.org/drawingml/2006/main" noGrp="1"/>
          </p:cNvSpPr>
          <p:nvPr/>
        </p:nvSpPr>
        <p:spPr>
          <a:xfrm xmlns:a="http://schemas.openxmlformats.org/drawingml/2006/main">
            <a:off x="8858250" y="3429000"/>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F7C86D"/>
                </a:solidFill>
                <a:latin typeface="Arial"/>
                <a:ea typeface="Arial"/>
                <a:cs typeface="Arial"/>
              </a:defRPr>
            </a:defPPr>
          </a:lstStyle>
          <a:p xmlns:a="http://schemas.openxmlformats.org/drawingml/2006/main">
            <a:pPr>
              <a:buNone/>
              <a:defRPr sz="2400" b="1">
                <a:solidFill>
                  <a:srgbClr val="F7C86D"/>
                </a:solidFill>
                <a:latin typeface="Arial"/>
                <a:ea typeface="Arial"/>
                <a:cs typeface="Arial"/>
              </a:defRPr>
            </a:pPr>
            <a:r>
              <a:rPr sz="2400" b="1">
                <a:solidFill>
                  <a:srgbClr val="F7C86D"/>
                </a:solidFill>
                <a:latin typeface="Arial"/>
                <a:ea typeface="Arial"/>
                <a:cs typeface="Arial"/>
              </a:rPr>
              <a:t>Preguntas</a:t>
            </a:r>
          </a:p>
        </p:txBody>
      </p:sp>
      <p:sp>
        <p:nvSpPr>
          <p:cNvPr id="8" name="">
            <a:extLst xmlns:a="http://schemas.openxmlformats.org/drawingml/2006/main">
              <a:ext uri="{FF2B5EF4-FFF2-40B4-BE49-F238E27FC236}">
                <a16:creationId xmlns:a16="http://schemas.microsoft.com/office/drawing/2014/main" id="{20569BE3-2E1D-4537-91FB-B72405BEEADE}"/>
              </a:ext>
            </a:extLst>
          </p:cNvPr>
          <p:cNvSpPr>
            <a:spLocks xmlns:a="http://schemas.openxmlformats.org/drawingml/2006/main" noGrp="1"/>
          </p:cNvSpPr>
          <p:nvPr/>
        </p:nvSpPr>
        <p:spPr>
          <a:xfrm xmlns:a="http://schemas.openxmlformats.org/drawingml/2006/main">
            <a:off x="8858250" y="390525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a:solidFill>
                  <a:srgbClr val="FFFFFF"/>
                </a:solidFill>
                <a:latin typeface="Arial"/>
                <a:ea typeface="Arial"/>
                <a:cs typeface="Arial"/>
              </a:defRPr>
            </a:defPPr>
          </a:lstStyle>
          <a:p xmlns:a="http://schemas.openxmlformats.org/drawingml/2006/main">
            <a:pPr>
              <a:buNone/>
              <a:defRPr sz="1725">
                <a:solidFill>
                  <a:srgbClr val="FFFFFF"/>
                </a:solidFill>
                <a:latin typeface="Arial"/>
                <a:ea typeface="Arial"/>
                <a:cs typeface="Arial"/>
              </a:defRPr>
            </a:pPr>
            <a:r>
              <a:rPr sz="1725">
                <a:solidFill>
                  <a:srgbClr val="FFFFFF"/>
                </a:solidFill>
                <a:latin typeface="Arial"/>
                <a:ea typeface="Arial"/>
                <a:cs typeface="Arial"/>
              </a:rPr>
              <a:t>Gracias</a:t>
            </a:r>
          </a:p>
        </p:txBody>
      </p:sp>
      <p:sp>
        <p:nvSpPr>
          <p:cNvPr id="9" name="">
            <a:extLst xmlns:a="http://schemas.openxmlformats.org/drawingml/2006/main">
              <a:ext uri="{FF2B5EF4-FFF2-40B4-BE49-F238E27FC236}">
                <a16:creationId xmlns:a16="http://schemas.microsoft.com/office/drawing/2014/main" id="{D6806A56-3EE9-4211-8FFE-CCC46D0C69F7}"/>
              </a:ext>
            </a:extLst>
          </p:cNvPr>
          <p:cNvSpPr>
            <a:spLocks xmlns:a="http://schemas.openxmlformats.org/drawingml/2006/main" noGrp="1"/>
          </p:cNvSpPr>
          <p:nvPr/>
        </p:nvSpPr>
        <p:spPr>
          <a:xfrm xmlns:a="http://schemas.openxmlformats.org/drawingml/2006/main">
            <a:off x="685800" y="649605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a:solidFill>
                  <a:srgbClr val="AFC0D0"/>
                </a:solidFill>
                <a:latin typeface="Arial"/>
                <a:ea typeface="Arial"/>
                <a:cs typeface="Arial"/>
              </a:defRPr>
            </a:defPPr>
          </a:lstStyle>
          <a:p xmlns:a="http://schemas.openxmlformats.org/drawingml/2006/main">
            <a:pPr>
              <a:buNone/>
              <a:defRPr sz="825">
                <a:solidFill>
                  <a:srgbClr val="AFC0D0"/>
                </a:solidFill>
                <a:latin typeface="Arial"/>
                <a:ea typeface="Arial"/>
                <a:cs typeface="Arial"/>
              </a:defRPr>
            </a:pPr>
            <a:r>
              <a:rPr sz="825">
                <a:solidFill>
                  <a:srgbClr val="AFC0D0"/>
                </a:solidFill>
                <a:latin typeface="Arial"/>
                <a:ea typeface="Arial"/>
                <a:cs typeface="Arial"/>
              </a:rPr>
              <a:t>Terreno Conectado · Avance Fase 2</a:t>
            </a:r>
          </a:p>
        </p:txBody>
      </p:sp>
      <p:sp>
        <p:nvSpPr>
          <p:cNvPr id="10" name="">
            <a:extLst xmlns:a="http://schemas.openxmlformats.org/drawingml/2006/main">
              <a:ext uri="{FF2B5EF4-FFF2-40B4-BE49-F238E27FC236}">
                <a16:creationId xmlns:a16="http://schemas.microsoft.com/office/drawing/2014/main" id="{DDA3FDDB-A4C0-4CA6-B57C-256638A7CD13}"/>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FC0D0"/>
                </a:solidFill>
                <a:latin typeface="Arial"/>
                <a:ea typeface="Arial"/>
                <a:cs typeface="Arial"/>
              </a:defRPr>
            </a:defPPr>
          </a:lstStyle>
          <a:p xmlns:a="http://schemas.openxmlformats.org/drawingml/2006/main">
            <a:pPr>
              <a:buNone/>
              <a:defRPr sz="825" b="1">
                <a:solidFill>
                  <a:srgbClr val="AFC0D0"/>
                </a:solidFill>
                <a:latin typeface="Arial"/>
                <a:ea typeface="Arial"/>
                <a:cs typeface="Arial"/>
              </a:defRPr>
            </a:pPr>
            <a:r>
              <a:rPr sz="825" b="1">
                <a:solidFill>
                  <a:srgbClr val="AFC0D0"/>
                </a:solidFill>
                <a:latin typeface="Arial"/>
                <a:ea typeface="Arial"/>
                <a:cs typeface="Arial"/>
              </a:rPr>
              <a:t>11</a:t>
            </a:r>
          </a:p>
        </p:txBody>
      </p:sp>
    </p:spTree>
    <p:extLst>
      <p:ext uri="{BB962C8B-B14F-4D97-AF65-F5344CB8AC3E}">
        <p14:creationId xmlns:p14="http://schemas.microsoft.com/office/powerpoint/2010/main" val="6956401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2026-10-16T19:25:33.2850000Z</dcterms:created>
  <dcterms:modified xsi:type="dcterms:W3CDTF">2026-10-16T19:25:33.2850000Z</dcterms:modified>
</coreProperties>
</file>